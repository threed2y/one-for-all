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diagrams/data1.xml" ContentType="application/vnd.openxmlformats-officedocument.drawingml.diagramData+xml"/>
  <Override PartName="/ppt/diagrams/data6.xml" ContentType="application/vnd.openxmlformats-officedocument.drawingml.diagramData+xml"/>
  <Override PartName="/ppt/diagrams/data5.xml" ContentType="application/vnd.openxmlformats-officedocument.drawingml.diagramData+xml"/>
  <Override PartName="/ppt/diagrams/data4.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47.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48.xml" ContentType="application/vnd.openxmlformats-officedocument.presentationml.slide+xml"/>
  <Override PartName="/ppt/slides/slide24.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11.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1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diagrams/drawing3.xml" ContentType="application/vnd.ms-office.drawingml.diagramDrawing+xml"/>
  <Override PartName="/ppt/charts/chart8.xml" ContentType="application/vnd.openxmlformats-officedocument.drawingml.chart+xml"/>
  <Override PartName="/ppt/diagrams/quickStyle3.xml" ContentType="application/vnd.openxmlformats-officedocument.drawingml.diagramStyle+xml"/>
  <Override PartName="/ppt/diagrams/layout3.xml" ContentType="application/vnd.openxmlformats-officedocument.drawingml.diagramLayout+xml"/>
  <Override PartName="/ppt/diagrams/colors3.xml" ContentType="application/vnd.openxmlformats-officedocument.drawingml.diagramColors+xml"/>
  <Override PartName="/ppt/diagrams/layout4.xml" ContentType="application/vnd.openxmlformats-officedocument.drawingml.diagramLayout+xml"/>
  <Override PartName="/ppt/diagrams/drawing2.xml" ContentType="application/vnd.ms-office.drawingml.diagramDrawing+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6.xml" ContentType="application/vnd.ms-office.drawingml.diagramDrawing+xml"/>
  <Override PartName="/ppt/diagrams/drawing1.xml" ContentType="application/vnd.ms-office.drawingml.diagramDrawing+xml"/>
  <Override PartName="/ppt/diagrams/colors1.xml" ContentType="application/vnd.openxmlformats-officedocument.drawingml.diagramColors+xml"/>
  <Override PartName="/ppt/diagrams/quickStyle4.xml" ContentType="application/vnd.openxmlformats-officedocument.drawingml.diagramStyle+xml"/>
  <Override PartName="/ppt/diagrams/drawing4.xml" ContentType="application/vnd.ms-office.drawingml.diagramDrawing+xml"/>
  <Override PartName="/ppt/diagrams/quickStyle6.xml" ContentType="application/vnd.openxmlformats-officedocument.drawingml.diagramStyle+xml"/>
  <Override PartName="/ppt/diagrams/colors4.xml" ContentType="application/vnd.openxmlformats-officedocument.drawingml.diagramColors+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diagrams/colors6.xml" ContentType="application/vnd.openxmlformats-officedocument.drawingml.diagramColors+xml"/>
  <Override PartName="/ppt/notesMasters/notesMaster1.xml" ContentType="application/vnd.openxmlformats-officedocument.presentationml.notesMaster+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diagrams/layout5.xml" ContentType="application/vnd.openxmlformats-officedocument.drawingml.diagramLayout+xml"/>
  <Override PartName="/ppt/diagrams/layout6.xml" ContentType="application/vnd.openxmlformats-officedocument.drawingml.diagramLayout+xml"/>
  <Override PartName="/ppt/charts/chart5.xml" ContentType="application/vnd.openxmlformats-officedocument.drawingml.chart+xml"/>
  <Override PartName="/ppt/charts/chart4.xml" ContentType="application/vnd.openxmlformats-officedocument.drawingml.chart+xml"/>
  <Override PartName="/ppt/charts/chart3.xml" ContentType="application/vnd.openxmlformats-officedocument.drawingml.chart+xml"/>
  <Override PartName="/ppt/charts/chart2.xml" ContentType="application/vnd.openxmlformats-officedocument.drawingml.chart+xml"/>
  <Override PartName="/ppt/charts/chart1.xml" ContentType="application/vnd.openxmlformats-officedocument.drawingml.chart+xml"/>
  <Override PartName="/ppt/theme/theme1.xml" ContentType="application/vnd.openxmlformats-officedocument.theme+xml"/>
  <Override PartName="/ppt/charts/chart7.xml" ContentType="application/vnd.openxmlformats-officedocument.drawingml.chart+xml"/>
  <Override PartName="/ppt/charts/chart6.xml" ContentType="application/vnd.openxmlformats-officedocument.drawingml.chart+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charts/style1.xml" ContentType="application/vnd.ms-office.chartstyle+xml"/>
  <Override PartName="/ppt/charts/style2.xml" ContentType="application/vnd.ms-office.chartstyle+xml"/>
  <Override PartName="/ppt/charts/colors6.xml" ContentType="application/vnd.ms-office.chartcolorstyle+xml"/>
  <Override PartName="/ppt/charts/colors2.xml" ContentType="application/vnd.ms-office.chartcolorstyle+xml"/>
  <Override PartName="/ppt/charts/style6.xml" ContentType="application/vnd.ms-office.chartstyle+xml"/>
  <Override PartName="/ppt/charts/colors1.xml" ContentType="application/vnd.ms-office.chartcolorstyle+xml"/>
  <Override PartName="/ppt/charts/colors4.xml" ContentType="application/vnd.ms-office.chartcolorstyle+xml"/>
  <Override PartName="/ppt/charts/colors5.xml" ContentType="application/vnd.ms-office.chartcolorstyle+xml"/>
  <Override PartName="/ppt/charts/style5.xml" ContentType="application/vnd.ms-office.chartstyle+xml"/>
  <Override PartName="/ppt/charts/colors7.xml" ContentType="application/vnd.ms-office.chartcolorstyle+xml"/>
  <Override PartName="/ppt/charts/style7.xml" ContentType="application/vnd.ms-office.chartstyle+xml"/>
  <Override PartName="/ppt/charts/style4.xml" ContentType="application/vnd.ms-office.chartstyl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7" r:id="rId2"/>
    <p:sldId id="258" r:id="rId3"/>
    <p:sldId id="265" r:id="rId4"/>
    <p:sldId id="259" r:id="rId5"/>
    <p:sldId id="260" r:id="rId6"/>
    <p:sldId id="261" r:id="rId7"/>
    <p:sldId id="262" r:id="rId8"/>
    <p:sldId id="263" r:id="rId9"/>
    <p:sldId id="264" r:id="rId10"/>
    <p:sldId id="266" r:id="rId11"/>
    <p:sldId id="267" r:id="rId12"/>
    <p:sldId id="268" r:id="rId13"/>
    <p:sldId id="270" r:id="rId14"/>
    <p:sldId id="271" r:id="rId15"/>
    <p:sldId id="272" r:id="rId16"/>
    <p:sldId id="273" r:id="rId17"/>
    <p:sldId id="274" r:id="rId18"/>
    <p:sldId id="275" r:id="rId19"/>
    <p:sldId id="276" r:id="rId20"/>
    <p:sldId id="277" r:id="rId21"/>
    <p:sldId id="278" r:id="rId22"/>
    <p:sldId id="279" r:id="rId23"/>
    <p:sldId id="304" r:id="rId24"/>
    <p:sldId id="305" r:id="rId25"/>
    <p:sldId id="280" r:id="rId26"/>
    <p:sldId id="281" r:id="rId27"/>
    <p:sldId id="306" r:id="rId28"/>
    <p:sldId id="282" r:id="rId29"/>
    <p:sldId id="283" r:id="rId30"/>
    <p:sldId id="307" r:id="rId31"/>
    <p:sldId id="285" r:id="rId32"/>
    <p:sldId id="286" r:id="rId33"/>
    <p:sldId id="287" r:id="rId34"/>
    <p:sldId id="288" r:id="rId35"/>
    <p:sldId id="312" r:id="rId36"/>
    <p:sldId id="311" r:id="rId37"/>
    <p:sldId id="289" r:id="rId38"/>
    <p:sldId id="290" r:id="rId39"/>
    <p:sldId id="291" r:id="rId40"/>
    <p:sldId id="292" r:id="rId41"/>
    <p:sldId id="293" r:id="rId42"/>
    <p:sldId id="294" r:id="rId43"/>
    <p:sldId id="295" r:id="rId44"/>
    <p:sldId id="296" r:id="rId45"/>
    <p:sldId id="313" r:id="rId46"/>
    <p:sldId id="297" r:id="rId47"/>
    <p:sldId id="298" r:id="rId48"/>
    <p:sldId id="29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83F8"/>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file:///C:\Users\Dell\Downloads\Project%20data%20sheet%20(1)%20(2).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file:///C:\Users\Dell\Downloads\Project%20data%20sheet%20(1)%20(2).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F:\mittal\new%20sigma%20level.xlsx" TargetMode="External"/></Relationships>
</file>

<file path=ppt/charts/_rels/chart4.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oleObject" Target="file:///C:\Users\Dell\Downloads\Project%20data%20sheet%20(1)%20(2).xlsx" TargetMode="External"/></Relationships>
</file>

<file path=ppt/charts/_rels/chart5.xml.rels><?xml version="1.0" encoding="UTF-8" standalone="yes"?>
<Relationships xmlns="http://schemas.openxmlformats.org/package/2006/relationships"><Relationship Id="rId3" Type="http://schemas.microsoft.com/office/2011/relationships/chartStyle" Target="style5.xml"/><Relationship Id="rId2" Type="http://schemas.microsoft.com/office/2011/relationships/chartColorStyle" Target="colors5.xml"/><Relationship Id="rId1" Type="http://schemas.openxmlformats.org/officeDocument/2006/relationships/oleObject" Target="file:///C:\Users\Dell\Downloads\Project%20data%20sheet%20(1)%20(2).xlsx" TargetMode="External"/></Relationships>
</file>

<file path=ppt/charts/_rels/chart6.xml.rels><?xml version="1.0" encoding="UTF-8" standalone="yes"?>
<Relationships xmlns="http://schemas.openxmlformats.org/package/2006/relationships"><Relationship Id="rId3" Type="http://schemas.microsoft.com/office/2011/relationships/chartStyle" Target="style6.xml"/><Relationship Id="rId2" Type="http://schemas.microsoft.com/office/2011/relationships/chartColorStyle" Target="colors6.xml"/><Relationship Id="rId1" Type="http://schemas.openxmlformats.org/officeDocument/2006/relationships/oleObject" Target="file:///F:\f%20drive\pro..ject\new%20sigma%20level.xlsx" TargetMode="External"/></Relationships>
</file>

<file path=ppt/charts/_rels/chart7.xml.rels><?xml version="1.0" encoding="UTF-8" standalone="yes"?>
<Relationships xmlns="http://schemas.openxmlformats.org/package/2006/relationships"><Relationship Id="rId3" Type="http://schemas.microsoft.com/office/2011/relationships/chartStyle" Target="style7.xml"/><Relationship Id="rId2" Type="http://schemas.microsoft.com/office/2011/relationships/chartColorStyle" Target="colors7.xml"/><Relationship Id="rId1" Type="http://schemas.openxmlformats.org/officeDocument/2006/relationships/oleObject" Target="file:///F:\f%20drive\pro..ject\new%20sigma%20level.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7%20Ulti\Dropbox\Project%20Six%20Sigma\Mercury\Last\new%20sigma%20level%201.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F:\f%20drive\pro..ject\new%20sigma%20lev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Times New Roman" panose="02020603050405020304" pitchFamily="18" charset="0"/>
                <a:ea typeface="+mn-ea"/>
                <a:cs typeface="+mn-cs"/>
              </a:defRPr>
            </a:pPr>
            <a:r>
              <a:rPr lang="en-US" dirty="0"/>
              <a:t>Pie chart </a:t>
            </a:r>
            <a:r>
              <a:rPr lang="en-US" dirty="0" smtClean="0"/>
              <a:t>for defects in </a:t>
            </a:r>
            <a:r>
              <a:rPr lang="en-US" dirty="0"/>
              <a:t>Machine 1</a:t>
            </a:r>
          </a:p>
        </c:rich>
      </c:tx>
      <c:layout/>
      <c:spPr>
        <a:noFill/>
        <a:ln>
          <a:noFill/>
        </a:ln>
        <a:effectLst/>
      </c:spPr>
    </c:title>
    <c:plotArea>
      <c:layout/>
      <c:pieChart>
        <c:varyColors val="1"/>
        <c:ser>
          <c:idx val="1"/>
          <c:order val="0"/>
          <c:spPr>
            <a:pattFill prst="pct5">
              <a:fgClr>
                <a:srgbClr val="FFC000"/>
              </a:fgClr>
              <a:bgClr>
                <a:schemeClr val="bg1"/>
              </a:bgClr>
            </a:pattFill>
          </c:spPr>
          <c:dPt>
            <c:idx val="0"/>
            <c:spPr>
              <a:solidFill>
                <a:srgbClr val="00B0F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C223-426E-AB88-93F787FA1611}"/>
              </c:ext>
            </c:extLst>
          </c:dPt>
          <c:dPt>
            <c:idx val="1"/>
            <c:spPr>
              <a:pattFill prst="pct5">
                <a:fgClr>
                  <a:srgbClr val="FFC000"/>
                </a:fgClr>
                <a:bgClr>
                  <a:schemeClr val="bg1"/>
                </a:bgClr>
              </a:patt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C223-426E-AB88-93F787FA1611}"/>
              </c:ext>
            </c:extLst>
          </c:dPt>
          <c:dPt>
            <c:idx val="2"/>
            <c:spPr>
              <a:solidFill>
                <a:schemeClr val="accent4">
                  <a:lumMod val="75000"/>
                </a:schemeClr>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5-C223-426E-AB88-93F787FA161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000" b="1" i="0" u="none" strike="noStrike" kern="1200" baseline="0">
                    <a:solidFill>
                      <a:schemeClr val="lt1"/>
                    </a:solidFill>
                    <a:latin typeface="Times New Roman" panose="02020603050405020304" pitchFamily="18" charset="0"/>
                    <a:ea typeface="+mn-ea"/>
                    <a:cs typeface="+mn-cs"/>
                  </a:defRPr>
                </a:pPr>
                <a:endParaRPr lang="en-US"/>
              </a:p>
            </c:txPr>
            <c:dLblPos val="ctr"/>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Washing!$F$40:$F$42</c:f>
              <c:strCache>
                <c:ptCount val="3"/>
                <c:pt idx="0">
                  <c:v>While Loading</c:v>
                </c:pt>
                <c:pt idx="1">
                  <c:v>while washing</c:v>
                </c:pt>
                <c:pt idx="2">
                  <c:v>while placing in trays</c:v>
                </c:pt>
              </c:strCache>
            </c:strRef>
          </c:cat>
          <c:val>
            <c:numRef>
              <c:f>Washing!$E$40:$E$42</c:f>
              <c:numCache>
                <c:formatCode>General</c:formatCode>
                <c:ptCount val="3"/>
                <c:pt idx="0">
                  <c:v>12</c:v>
                </c:pt>
                <c:pt idx="1">
                  <c:v>0</c:v>
                </c:pt>
                <c:pt idx="2">
                  <c:v>12</c:v>
                </c:pt>
              </c:numCache>
            </c:numRef>
          </c:val>
          <c:extLst xmlns:c16r2="http://schemas.microsoft.com/office/drawing/2015/06/chart">
            <c:ext xmlns:c16="http://schemas.microsoft.com/office/drawing/2014/chart" uri="{C3380CC4-5D6E-409C-BE32-E72D297353CC}">
              <c16:uniqueId val="{00000006-C223-426E-AB88-93F787FA1611}"/>
            </c:ext>
          </c:extLst>
        </c:ser>
        <c:dLbls>
          <c:showPercent val="1"/>
        </c:dLbls>
        <c:firstSliceAng val="0"/>
      </c:pieChart>
      <c:spPr>
        <a:noFill/>
        <a:ln>
          <a:noFill/>
        </a:ln>
        <a:effectLst/>
      </c:spPr>
    </c:plotArea>
    <c:legend>
      <c:legendPos val="r"/>
      <c:layout/>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baseline="0">
          <a:latin typeface="Times New Roman" panose="02020603050405020304" pitchFamily="18" charset="0"/>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Times New Roman" panose="02020603050405020304" pitchFamily="18" charset="0"/>
                <a:ea typeface="+mn-ea"/>
                <a:cs typeface="+mn-cs"/>
              </a:defRPr>
            </a:pPr>
            <a:r>
              <a:rPr lang="en-US" dirty="0"/>
              <a:t>Pie chart for </a:t>
            </a:r>
            <a:r>
              <a:rPr lang="en-US" dirty="0" smtClean="0"/>
              <a:t>defects in Machine </a:t>
            </a:r>
            <a:r>
              <a:rPr lang="en-US" dirty="0"/>
              <a:t>2</a:t>
            </a:r>
          </a:p>
        </c:rich>
      </c:tx>
      <c:layout>
        <c:manualLayout>
          <c:xMode val="edge"/>
          <c:yMode val="edge"/>
          <c:x val="0.29701903203789631"/>
          <c:y val="2.0189126009555657E-2"/>
        </c:manualLayout>
      </c:layout>
      <c:spPr>
        <a:noFill/>
        <a:ln>
          <a:noFill/>
        </a:ln>
        <a:effectLst/>
      </c:spPr>
    </c:title>
    <c:plotArea>
      <c:layout>
        <c:manualLayout>
          <c:layoutTarget val="inner"/>
          <c:xMode val="edge"/>
          <c:yMode val="edge"/>
          <c:x val="0.11281632248799092"/>
          <c:y val="0.18783783783783842"/>
          <c:w val="0.53553459119496705"/>
          <c:h val="0.76711711711711761"/>
        </c:manualLayout>
      </c:layout>
      <c:pieChart>
        <c:varyColors val="1"/>
        <c:ser>
          <c:idx val="2"/>
          <c:order val="0"/>
          <c:tx>
            <c:strRef>
              <c:f>Washing!$G$39</c:f>
              <c:strCache>
                <c:ptCount val="1"/>
                <c:pt idx="0">
                  <c:v>Machine 2</c:v>
                </c:pt>
              </c:strCache>
            </c:strRef>
          </c:tx>
          <c:dPt>
            <c:idx val="0"/>
            <c:spPr>
              <a:solidFill>
                <a:srgbClr val="00B0F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7067-414B-BBD8-069167E3EFDE}"/>
              </c:ext>
            </c:extLst>
          </c:dPt>
          <c:dPt>
            <c:idx val="1"/>
            <c:spPr>
              <a:solidFill>
                <a:srgbClr val="FFC00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7067-414B-BBD8-069167E3EFDE}"/>
              </c:ext>
            </c:extLst>
          </c:dPt>
          <c:dPt>
            <c:idx val="2"/>
            <c:spPr>
              <a:solidFill>
                <a:schemeClr val="accent4">
                  <a:lumMod val="75000"/>
                </a:schemeClr>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5-7067-414B-BBD8-069167E3EFD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000" b="1" i="0" u="none" strike="noStrike" kern="1200" baseline="0">
                    <a:solidFill>
                      <a:schemeClr val="lt1"/>
                    </a:solidFill>
                    <a:latin typeface="Times New Roman" panose="02020603050405020304" pitchFamily="18" charset="0"/>
                    <a:ea typeface="+mn-ea"/>
                    <a:cs typeface="+mn-cs"/>
                  </a:defRPr>
                </a:pPr>
                <a:endParaRPr lang="en-US"/>
              </a:p>
            </c:txPr>
            <c:dLblPos val="ctr"/>
            <c:showPercent val="1"/>
            <c:extLst xmlns:c16r2="http://schemas.microsoft.com/office/drawing/2015/06/chart">
              <c:ext xmlns:c15="http://schemas.microsoft.com/office/drawing/2012/chart" uri="{CE6537A1-D6FC-4f65-9D91-7224C49458BB}"/>
            </c:extLst>
          </c:dLbls>
          <c:cat>
            <c:strRef>
              <c:f>Washing!$F$40:$F$42</c:f>
              <c:strCache>
                <c:ptCount val="3"/>
                <c:pt idx="0">
                  <c:v>While Loading</c:v>
                </c:pt>
                <c:pt idx="1">
                  <c:v>while washing</c:v>
                </c:pt>
                <c:pt idx="2">
                  <c:v>while placing in trays</c:v>
                </c:pt>
              </c:strCache>
            </c:strRef>
          </c:cat>
          <c:val>
            <c:numRef>
              <c:f>Washing!$G$40:$G$42</c:f>
              <c:numCache>
                <c:formatCode>General</c:formatCode>
                <c:ptCount val="3"/>
                <c:pt idx="0">
                  <c:v>39</c:v>
                </c:pt>
                <c:pt idx="1">
                  <c:v>37</c:v>
                </c:pt>
                <c:pt idx="2">
                  <c:v>23</c:v>
                </c:pt>
              </c:numCache>
            </c:numRef>
          </c:val>
          <c:extLst xmlns:c16r2="http://schemas.microsoft.com/office/drawing/2015/06/chart">
            <c:ext xmlns:c16="http://schemas.microsoft.com/office/drawing/2014/chart" uri="{C3380CC4-5D6E-409C-BE32-E72D297353CC}">
              <c16:uniqueId val="{00000006-7067-414B-BBD8-069167E3EFDE}"/>
            </c:ext>
          </c:extLst>
        </c:ser>
        <c:dLbls>
          <c:showPercent val="1"/>
        </c:dLbls>
        <c:firstSliceAng val="0"/>
      </c:pieChart>
      <c:spPr>
        <a:noFill/>
        <a:ln>
          <a:noFill/>
        </a:ln>
        <a:effectLst/>
      </c:spPr>
    </c:plotArea>
    <c:legend>
      <c:legendPos val="r"/>
      <c:legendEntry>
        <c:idx val="0"/>
        <c:txPr>
          <a:bodyPr rot="0" spcFirstLastPara="1" vertOverflow="ellipsis" vert="horz" wrap="square" anchor="ctr" anchorCtr="1"/>
          <a:lstStyle/>
          <a:p>
            <a:pPr>
              <a:defRPr sz="110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Entry>
      <c:legendEntry>
        <c:idx val="1"/>
        <c:txPr>
          <a:bodyPr rot="0" spcFirstLastPara="1" vertOverflow="ellipsis" vert="horz" wrap="square" anchor="ctr" anchorCtr="1"/>
          <a:lstStyle/>
          <a:p>
            <a:pPr>
              <a:defRPr sz="105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Entry>
      <c:legendEntry>
        <c:idx val="2"/>
        <c:txPr>
          <a:bodyPr rot="0" spcFirstLastPara="1" vertOverflow="ellipsis" vert="horz" wrap="square" anchor="ctr" anchorCtr="1"/>
          <a:lstStyle/>
          <a:p>
            <a:pPr>
              <a:defRPr sz="105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Entry>
      <c:layout/>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baseline="0">
          <a:latin typeface="Times New Roman" panose="02020603050405020304" pitchFamily="18" charset="0"/>
        </a:defRPr>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Breakage</a:t>
            </a:r>
            <a:r>
              <a:rPr lang="en-US" baseline="0"/>
              <a:t> during cleaning process</a:t>
            </a:r>
            <a:endParaRPr lang="en-US"/>
          </a:p>
        </c:rich>
      </c:tx>
      <c:spPr>
        <a:noFill/>
        <a:ln>
          <a:noFill/>
        </a:ln>
        <a:effectLst/>
      </c:spPr>
    </c:title>
    <c:plotArea>
      <c:layout/>
      <c:pieChart>
        <c:varyColors val="1"/>
        <c:ser>
          <c:idx val="0"/>
          <c:order val="0"/>
          <c:tx>
            <c:strRef>
              <c:f>Cleaning!$H$20</c:f>
              <c:strCache>
                <c:ptCount val="1"/>
                <c:pt idx="0">
                  <c:v>Total defects</c:v>
                </c:pt>
              </c:strCache>
            </c:strRef>
          </c:tx>
          <c:dPt>
            <c:idx val="0"/>
            <c:spPr>
              <a:solidFill>
                <a:schemeClr val="accent1"/>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3627-4E6A-8EFB-E82FB80DF0F1}"/>
              </c:ext>
            </c:extLst>
          </c:dPt>
          <c:dPt>
            <c:idx val="1"/>
            <c:spPr>
              <a:solidFill>
                <a:schemeClr val="accent2"/>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3627-4E6A-8EFB-E82FB80DF0F1}"/>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Cleaning!$G$21:$G$22</c:f>
              <c:strCache>
                <c:ptCount val="2"/>
                <c:pt idx="0">
                  <c:v>Throwing in plastic container</c:v>
                </c:pt>
                <c:pt idx="1">
                  <c:v>Other reasons</c:v>
                </c:pt>
              </c:strCache>
            </c:strRef>
          </c:cat>
          <c:val>
            <c:numRef>
              <c:f>Cleaning!$H$21:$H$22</c:f>
              <c:numCache>
                <c:formatCode>General</c:formatCode>
                <c:ptCount val="2"/>
                <c:pt idx="0">
                  <c:v>77</c:v>
                </c:pt>
                <c:pt idx="1">
                  <c:v>45</c:v>
                </c:pt>
              </c:numCache>
            </c:numRef>
          </c:val>
          <c:extLst xmlns:c16r2="http://schemas.microsoft.com/office/drawing/2015/06/chart">
            <c:ext xmlns:c16="http://schemas.microsoft.com/office/drawing/2014/chart" uri="{C3380CC4-5D6E-409C-BE32-E72D297353CC}">
              <c16:uniqueId val="{00000000-F5BF-422F-9908-CF4D2F6EFB48}"/>
            </c:ext>
          </c:extLst>
        </c:ser>
        <c:dLbls>
          <c:showPercent val="1"/>
        </c:dLbls>
        <c:firstSliceAng val="0"/>
      </c:pieChart>
      <c:spPr>
        <a:noFill/>
        <a:ln>
          <a:noFill/>
        </a:ln>
        <a:effectLst/>
      </c:spPr>
    </c:plotArea>
    <c:legend>
      <c:legendPos val="r"/>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Times New Roman" panose="02020603050405020304" pitchFamily="18" charset="0"/>
                <a:ea typeface="+mn-ea"/>
                <a:cs typeface="+mn-cs"/>
              </a:defRPr>
            </a:pPr>
            <a:r>
              <a:rPr lang="en-US" dirty="0"/>
              <a:t>Pie chart showing defects in the process of Visual </a:t>
            </a:r>
            <a:r>
              <a:rPr lang="en-US" dirty="0" smtClean="0"/>
              <a:t>Inspection</a:t>
            </a:r>
            <a:endParaRPr lang="en-US" dirty="0"/>
          </a:p>
        </c:rich>
      </c:tx>
      <c:spPr>
        <a:noFill/>
        <a:ln>
          <a:noFill/>
        </a:ln>
        <a:effectLst/>
      </c:spPr>
    </c:title>
    <c:plotArea>
      <c:layout>
        <c:manualLayout>
          <c:layoutTarget val="inner"/>
          <c:xMode val="edge"/>
          <c:yMode val="edge"/>
          <c:x val="9.0780302052407572E-2"/>
          <c:y val="0.23703697419417971"/>
          <c:w val="0.61366141732283652"/>
          <c:h val="0.75622902085712262"/>
        </c:manualLayout>
      </c:layout>
      <c:pieChart>
        <c:varyColors val="1"/>
        <c:ser>
          <c:idx val="0"/>
          <c:order val="0"/>
          <c:dPt>
            <c:idx val="0"/>
            <c:spPr>
              <a:solidFill>
                <a:srgbClr val="FFC00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1103-4AFB-8F4E-5E9FA9EABE6C}"/>
              </c:ext>
            </c:extLst>
          </c:dPt>
          <c:dPt>
            <c:idx val="1"/>
            <c:spPr>
              <a:solidFill>
                <a:srgbClr val="00206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1103-4AFB-8F4E-5E9FA9EABE6C}"/>
              </c:ext>
            </c:extLst>
          </c:dPt>
          <c:dPt>
            <c:idx val="2"/>
            <c:spPr>
              <a:solidFill>
                <a:srgbClr val="00B0F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5-1103-4AFB-8F4E-5E9FA9EABE6C}"/>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100" b="1" i="0" u="none" strike="noStrike" kern="1200" baseline="0">
                    <a:solidFill>
                      <a:schemeClr val="lt1"/>
                    </a:solidFill>
                    <a:latin typeface="Times New Roman" panose="02020603050405020304" pitchFamily="18" charset="0"/>
                    <a:ea typeface="+mn-ea"/>
                    <a:cs typeface="+mn-cs"/>
                  </a:defRPr>
                </a:pPr>
                <a:endParaRPr lang="en-US"/>
              </a:p>
            </c:txPr>
            <c:dLblPos val="ctr"/>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Visual!$H$6:$H$8</c:f>
              <c:strCache>
                <c:ptCount val="3"/>
                <c:pt idx="0">
                  <c:v>Breakage</c:v>
                </c:pt>
                <c:pt idx="1">
                  <c:v>Glass</c:v>
                </c:pt>
                <c:pt idx="2">
                  <c:v>Fibres</c:v>
                </c:pt>
              </c:strCache>
            </c:strRef>
          </c:cat>
          <c:val>
            <c:numRef>
              <c:f>Visual!$G$6:$G$8</c:f>
              <c:numCache>
                <c:formatCode>General</c:formatCode>
                <c:ptCount val="3"/>
                <c:pt idx="0">
                  <c:v>14</c:v>
                </c:pt>
                <c:pt idx="1">
                  <c:v>9</c:v>
                </c:pt>
                <c:pt idx="2">
                  <c:v>5</c:v>
                </c:pt>
              </c:numCache>
            </c:numRef>
          </c:val>
          <c:extLst xmlns:c16r2="http://schemas.microsoft.com/office/drawing/2015/06/chart">
            <c:ext xmlns:c16="http://schemas.microsoft.com/office/drawing/2014/chart" uri="{C3380CC4-5D6E-409C-BE32-E72D297353CC}">
              <c16:uniqueId val="{00000006-1103-4AFB-8F4E-5E9FA9EABE6C}"/>
            </c:ext>
          </c:extLst>
        </c:ser>
        <c:dLbls>
          <c:showPercent val="1"/>
        </c:dLbls>
        <c:firstSliceAng val="0"/>
      </c:pieChart>
      <c:spPr>
        <a:noFill/>
        <a:ln>
          <a:noFill/>
        </a:ln>
        <a:effectLst/>
      </c:spPr>
    </c:plotArea>
    <c:legend>
      <c:legendPos val="r"/>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baseline="0">
          <a:latin typeface="Times New Roman" panose="02020603050405020304" pitchFamily="18" charset="0"/>
        </a:defRPr>
      </a:pPr>
      <a:endParaRPr lang="en-US"/>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400" b="1" i="0" u="none" strike="noStrike" kern="1200" baseline="0">
                <a:solidFill>
                  <a:schemeClr val="dk1">
                    <a:lumMod val="75000"/>
                    <a:lumOff val="25000"/>
                  </a:schemeClr>
                </a:solidFill>
                <a:latin typeface="Times New Roman" panose="02020603050405020304" pitchFamily="18" charset="0"/>
                <a:ea typeface="+mn-ea"/>
                <a:cs typeface="+mn-cs"/>
              </a:defRPr>
            </a:pPr>
            <a:r>
              <a:rPr lang="en-US" sz="1400" dirty="0"/>
              <a:t>Pie Chart for defects in Packaging process</a:t>
            </a:r>
          </a:p>
        </c:rich>
      </c:tx>
      <c:spPr>
        <a:noFill/>
        <a:ln>
          <a:noFill/>
        </a:ln>
        <a:effectLst/>
      </c:spPr>
    </c:title>
    <c:plotArea>
      <c:layout/>
      <c:pieChart>
        <c:varyColors val="1"/>
        <c:ser>
          <c:idx val="0"/>
          <c:order val="0"/>
          <c:spPr>
            <a:solidFill>
              <a:schemeClr val="accent1"/>
            </a:solidFill>
          </c:spPr>
          <c:dPt>
            <c:idx val="0"/>
            <c:spPr>
              <a:solidFill>
                <a:srgbClr val="FFC00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E01C-47AE-8777-C3B7E7EFA932}"/>
              </c:ext>
            </c:extLst>
          </c:dPt>
          <c:dPt>
            <c:idx val="1"/>
            <c:spPr>
              <a:solidFill>
                <a:srgbClr val="00B0F0"/>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E01C-47AE-8777-C3B7E7EFA932}"/>
              </c:ext>
            </c:extLst>
          </c:dPt>
          <c:dLbls>
            <c:dLbl>
              <c:idx val="0"/>
              <c:tx>
                <c:rich>
                  <a:bodyPr/>
                  <a:lstStyle/>
                  <a:p>
                    <a:r>
                      <a:rPr lang="en-US" sz="1100" baseline="0" dirty="0"/>
                      <a:t> </a:t>
                    </a:r>
                    <a:r>
                      <a:rPr lang="en-US" baseline="0" dirty="0" smtClean="0"/>
                      <a:t>30%</a:t>
                    </a:r>
                    <a:endParaRPr lang="en-US" baseline="0" dirty="0"/>
                  </a:p>
                </c:rich>
              </c:tx>
              <c:dLblPos val="ctr"/>
              <c:showVal val="1"/>
              <c:showPercent val="1"/>
              <c:extLst xmlns:c16r2="http://schemas.microsoft.com/office/drawing/2015/06/chart">
                <c:ext xmlns:c15="http://schemas.microsoft.com/office/drawing/2012/chart" uri="{CE6537A1-D6FC-4f65-9D91-7224C49458BB}">
                  <c15:dlblFieldTable/>
                  <c15:showDataLabelsRange val="0"/>
                </c:ext>
                <c:ext xmlns:c16="http://schemas.microsoft.com/office/drawing/2014/chart" uri="{C3380CC4-5D6E-409C-BE32-E72D297353CC}">
                  <c16:uniqueId val="{00000001-E01C-47AE-8777-C3B7E7EFA932}"/>
                </c:ext>
              </c:extLst>
            </c:dLbl>
            <c:dLbl>
              <c:idx val="1"/>
              <c:tx>
                <c:rich>
                  <a:bodyPr/>
                  <a:lstStyle/>
                  <a:p>
                    <a:r>
                      <a:rPr lang="en-US" sz="1100" baseline="0" dirty="0"/>
                      <a:t> </a:t>
                    </a:r>
                    <a:r>
                      <a:rPr lang="en-US" baseline="0" dirty="0" smtClean="0"/>
                      <a:t>70%</a:t>
                    </a:r>
                    <a:endParaRPr lang="en-US" baseline="0" dirty="0"/>
                  </a:p>
                </c:rich>
              </c:tx>
              <c:dLblPos val="ctr"/>
              <c:showVal val="1"/>
              <c:showPercent val="1"/>
              <c:extLst xmlns:c16r2="http://schemas.microsoft.com/office/drawing/2015/06/chart">
                <c:ext xmlns:c15="http://schemas.microsoft.com/office/drawing/2012/chart" uri="{CE6537A1-D6FC-4f65-9D91-7224C49458BB}">
                  <c15:dlblFieldTable/>
                  <c15:showDataLabelsRange val="0"/>
                </c:ext>
                <c:ext xmlns:c16="http://schemas.microsoft.com/office/drawing/2014/chart" uri="{C3380CC4-5D6E-409C-BE32-E72D297353CC}">
                  <c16:uniqueId val="{00000003-E01C-47AE-8777-C3B7E7EFA932}"/>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anchor="ctr" anchorCtr="1"/>
              <a:lstStyle/>
              <a:p>
                <a:pPr>
                  <a:defRPr sz="1100" b="1" i="0" u="none" strike="noStrike" kern="1200" baseline="0">
                    <a:solidFill>
                      <a:schemeClr val="lt1"/>
                    </a:solidFill>
                    <a:latin typeface="Times New Roman" panose="02020603050405020304" pitchFamily="18" charset="0"/>
                    <a:ea typeface="+mn-ea"/>
                    <a:cs typeface="+mn-cs"/>
                  </a:defRPr>
                </a:pPr>
                <a:endParaRPr lang="en-US"/>
              </a:p>
            </c:txPr>
            <c:dLblPos val="ctr"/>
            <c:showVal val="1"/>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Packaging!$G$5:$G$6</c:f>
              <c:strCache>
                <c:ptCount val="2"/>
                <c:pt idx="0">
                  <c:v>Labelling Problem</c:v>
                </c:pt>
                <c:pt idx="1">
                  <c:v>Breakage</c:v>
                </c:pt>
              </c:strCache>
            </c:strRef>
          </c:cat>
          <c:val>
            <c:numRef>
              <c:f>Packaging!$H$5:$H$6</c:f>
              <c:numCache>
                <c:formatCode>General</c:formatCode>
                <c:ptCount val="2"/>
                <c:pt idx="0">
                  <c:v>16</c:v>
                </c:pt>
                <c:pt idx="1">
                  <c:v>37</c:v>
                </c:pt>
              </c:numCache>
            </c:numRef>
          </c:val>
          <c:extLst xmlns:c16r2="http://schemas.microsoft.com/office/drawing/2015/06/chart">
            <c:ext xmlns:c16="http://schemas.microsoft.com/office/drawing/2014/chart" uri="{C3380CC4-5D6E-409C-BE32-E72D297353CC}">
              <c16:uniqueId val="{00000004-E01C-47AE-8777-C3B7E7EFA932}"/>
            </c:ext>
          </c:extLst>
        </c:ser>
        <c:dLbls>
          <c:showPercent val="1"/>
        </c:dLbls>
        <c:firstSliceAng val="0"/>
      </c:pieChart>
      <c:spPr>
        <a:noFill/>
        <a:ln>
          <a:noFill/>
        </a:ln>
        <a:effectLst/>
      </c:spPr>
    </c:plotArea>
    <c:legend>
      <c:legendPos val="r"/>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Times New Roman" panose="02020603050405020304" pitchFamily="18" charset="0"/>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baseline="0">
          <a:latin typeface="Times New Roman" panose="02020603050405020304" pitchFamily="18" charset="0"/>
        </a:defRPr>
      </a:pPr>
      <a:endParaRPr lang="en-US"/>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IN" dirty="0" smtClean="0"/>
              <a:t>Machine 1</a:t>
            </a:r>
            <a:endParaRPr lang="en-IN" dirty="0"/>
          </a:p>
        </c:rich>
      </c:tx>
      <c:spPr>
        <a:noFill/>
        <a:ln>
          <a:noFill/>
        </a:ln>
        <a:effectLst/>
      </c:spPr>
    </c:title>
    <c:plotArea>
      <c:layout/>
      <c:pieChart>
        <c:varyColors val="1"/>
        <c:ser>
          <c:idx val="0"/>
          <c:order val="0"/>
          <c:tx>
            <c:strRef>
              <c:f>Washing!$B$30</c:f>
              <c:strCache>
                <c:ptCount val="1"/>
                <c:pt idx="0">
                  <c:v>Breakage</c:v>
                </c:pt>
              </c:strCache>
            </c:strRef>
          </c:tx>
          <c:dPt>
            <c:idx val="0"/>
            <c:spPr>
              <a:solidFill>
                <a:schemeClr val="accent1"/>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9369-44E3-A088-269918CEBF1F}"/>
              </c:ext>
            </c:extLst>
          </c:dPt>
          <c:dPt>
            <c:idx val="1"/>
            <c:spPr>
              <a:solidFill>
                <a:schemeClr val="accent2"/>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9369-44E3-A088-269918CEBF1F}"/>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lt1"/>
                    </a:solidFill>
                    <a:latin typeface="+mn-lt"/>
                    <a:ea typeface="+mn-ea"/>
                    <a:cs typeface="+mn-cs"/>
                  </a:defRPr>
                </a:pPr>
                <a:endParaRPr lang="en-US"/>
              </a:p>
            </c:txPr>
            <c:dLblPos val="ctr"/>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Washing!$A$31:$A$32</c:f>
              <c:strCache>
                <c:ptCount val="2"/>
                <c:pt idx="0">
                  <c:v>&lt;5minutes</c:v>
                </c:pt>
                <c:pt idx="1">
                  <c:v>&gt;5minutes</c:v>
                </c:pt>
              </c:strCache>
            </c:strRef>
          </c:cat>
          <c:val>
            <c:numRef>
              <c:f>Washing!$B$31:$B$32</c:f>
              <c:numCache>
                <c:formatCode>General</c:formatCode>
                <c:ptCount val="2"/>
                <c:pt idx="0">
                  <c:v>15</c:v>
                </c:pt>
                <c:pt idx="1">
                  <c:v>9</c:v>
                </c:pt>
              </c:numCache>
            </c:numRef>
          </c:val>
          <c:extLst xmlns:c16r2="http://schemas.microsoft.com/office/drawing/2015/06/chart">
            <c:ext xmlns:c16="http://schemas.microsoft.com/office/drawing/2014/chart" uri="{C3380CC4-5D6E-409C-BE32-E72D297353CC}">
              <c16:uniqueId val="{00000004-9369-44E3-A088-269918CEBF1F}"/>
            </c:ext>
          </c:extLst>
        </c:ser>
        <c:dLbls>
          <c:showPercent val="1"/>
        </c:dLbls>
        <c:firstSliceAng val="0"/>
      </c:pieChart>
      <c:spPr>
        <a:noFill/>
        <a:ln>
          <a:noFill/>
        </a:ln>
        <a:effectLst/>
      </c:spPr>
    </c:plotArea>
    <c:legend>
      <c:legendPos val="r"/>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chartSpace>
</file>

<file path=ppt/charts/chart7.xml><?xml version="1.0" encoding="utf-8"?>
<c:chartSpace xmlns:c="http://schemas.openxmlformats.org/drawingml/2006/chart" xmlns:a="http://schemas.openxmlformats.org/drawingml/2006/main" xmlns:r="http://schemas.openxmlformats.org/officeDocument/2006/relationships">
  <c:lang val="en-US"/>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IN" dirty="0" smtClean="0"/>
              <a:t>Machine 2</a:t>
            </a:r>
            <a:endParaRPr lang="en-IN" dirty="0"/>
          </a:p>
        </c:rich>
      </c:tx>
      <c:spPr>
        <a:noFill/>
        <a:ln>
          <a:noFill/>
        </a:ln>
        <a:effectLst/>
      </c:spPr>
    </c:title>
    <c:plotArea>
      <c:layout/>
      <c:pieChart>
        <c:varyColors val="1"/>
        <c:ser>
          <c:idx val="0"/>
          <c:order val="0"/>
          <c:tx>
            <c:strRef>
              <c:f>Washing!$K$30</c:f>
              <c:strCache>
                <c:ptCount val="1"/>
                <c:pt idx="0">
                  <c:v>Breakage</c:v>
                </c:pt>
              </c:strCache>
            </c:strRef>
          </c:tx>
          <c:dPt>
            <c:idx val="0"/>
            <c:spPr>
              <a:solidFill>
                <a:schemeClr val="accent1"/>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B897-41B8-8EF7-4A11421CC21A}"/>
              </c:ext>
            </c:extLst>
          </c:dPt>
          <c:dPt>
            <c:idx val="1"/>
            <c:spPr>
              <a:solidFill>
                <a:schemeClr val="accent2"/>
              </a:solidFill>
              <a:ln>
                <a:noFill/>
              </a:ln>
              <a:effectLst>
                <a:outerShdw blurRad="2540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3-B897-41B8-8EF7-4A11421CC21A}"/>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lt1"/>
                    </a:solidFill>
                    <a:latin typeface="+mn-lt"/>
                    <a:ea typeface="+mn-ea"/>
                    <a:cs typeface="+mn-cs"/>
                  </a:defRPr>
                </a:pPr>
                <a:endParaRPr lang="en-US"/>
              </a:p>
            </c:txPr>
            <c:dLblPos val="ctr"/>
            <c:showPercent val="1"/>
            <c:showLeaderLines val="1"/>
            <c:leaderLines>
              <c:spPr>
                <a:ln w="9525">
                  <a:solidFill>
                    <a:schemeClr val="dk1">
                      <a:lumMod val="50000"/>
                      <a:lumOff val="50000"/>
                    </a:schemeClr>
                  </a:solidFill>
                </a:ln>
                <a:effectLst/>
              </c:spPr>
            </c:leaderLines>
            <c:extLst xmlns:c16r2="http://schemas.microsoft.com/office/drawing/2015/06/chart">
              <c:ext xmlns:c15="http://schemas.microsoft.com/office/drawing/2012/chart" uri="{CE6537A1-D6FC-4f65-9D91-7224C49458BB}"/>
            </c:extLst>
          </c:dLbls>
          <c:cat>
            <c:strRef>
              <c:f>Washing!$J$31:$J$32</c:f>
              <c:strCache>
                <c:ptCount val="2"/>
                <c:pt idx="0">
                  <c:v>&lt;11minutes</c:v>
                </c:pt>
                <c:pt idx="1">
                  <c:v>&gt;11minutes</c:v>
                </c:pt>
              </c:strCache>
            </c:strRef>
          </c:cat>
          <c:val>
            <c:numRef>
              <c:f>Washing!$K$31:$K$32</c:f>
              <c:numCache>
                <c:formatCode>General</c:formatCode>
                <c:ptCount val="2"/>
                <c:pt idx="0">
                  <c:v>56</c:v>
                </c:pt>
                <c:pt idx="1">
                  <c:v>43</c:v>
                </c:pt>
              </c:numCache>
            </c:numRef>
          </c:val>
          <c:extLst xmlns:c16r2="http://schemas.microsoft.com/office/drawing/2015/06/chart">
            <c:ext xmlns:c16="http://schemas.microsoft.com/office/drawing/2014/chart" uri="{C3380CC4-5D6E-409C-BE32-E72D297353CC}">
              <c16:uniqueId val="{00000004-B897-41B8-8EF7-4A11421CC21A}"/>
            </c:ext>
          </c:extLst>
        </c:ser>
        <c:dLbls>
          <c:showPercent val="1"/>
        </c:dLbls>
        <c:firstSliceAng val="0"/>
      </c:pieChart>
      <c:spPr>
        <a:noFill/>
        <a:ln>
          <a:noFill/>
        </a:ln>
        <a:effectLst/>
      </c:spPr>
    </c:plotArea>
    <c:legend>
      <c:legendPos val="r"/>
      <c:spPr>
        <a:solidFill>
          <a:schemeClr val="lt1">
            <a:lumMod val="95000"/>
            <a:alpha val="39000"/>
          </a:schemeClr>
        </a:solidFill>
        <a:ln>
          <a:noFill/>
        </a:ln>
        <a:effectLst/>
      </c:spPr>
      <c:txPr>
        <a:bodyPr rot="0" spcFirstLastPara="1" vertOverflow="ellipsis" vert="horz" wrap="square" anchor="ctr" anchorCtr="1"/>
        <a:lstStyle/>
        <a:p>
          <a:pPr>
            <a:defRPr sz="1200" b="0" i="0" u="none" strike="noStrike" kern="1200" baseline="0">
              <a:solidFill>
                <a:schemeClr val="dk1">
                  <a:lumMod val="75000"/>
                  <a:lumOff val="25000"/>
                </a:schemeClr>
              </a:solidFill>
              <a:latin typeface="+mn-lt"/>
              <a:ea typeface="+mn-ea"/>
              <a:cs typeface="+mn-cs"/>
            </a:defRPr>
          </a:pPr>
          <a:endParaRPr lang="en-US"/>
        </a:p>
      </c:txPr>
    </c:legend>
    <c:plotVisOnly val="1"/>
    <c:dispBlanksAs val="zero"/>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IN"/>
              <a:t>Total Defects np Chart of Washing process (Machine 1)</a:t>
            </a:r>
          </a:p>
        </c:rich>
      </c:tx>
    </c:title>
    <c:plotArea>
      <c:layout/>
      <c:lineChart>
        <c:grouping val="standard"/>
        <c:ser>
          <c:idx val="0"/>
          <c:order val="0"/>
          <c:tx>
            <c:strRef>
              <c:f>'[np Charts.xlsx]A-Total Defects Machine 1'!$B$1</c:f>
              <c:strCache>
                <c:ptCount val="1"/>
                <c:pt idx="0">
                  <c:v>Total Defects</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dPt>
            <c:idx val="11"/>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0-046A-4932-A959-656A40B5B76F}"/>
              </c:ext>
            </c:extLst>
          </c:dPt>
          <c:dPt>
            <c:idx val="12"/>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2-046A-4932-A959-656A40B5B76F}"/>
              </c:ext>
            </c:extLst>
          </c:dPt>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1'!$B$2:$B$26</c:f>
              <c:numCache>
                <c:formatCode>General</c:formatCode>
                <c:ptCount val="25"/>
                <c:pt idx="0">
                  <c:v>0</c:v>
                </c:pt>
                <c:pt idx="1">
                  <c:v>0</c:v>
                </c:pt>
                <c:pt idx="2">
                  <c:v>0</c:v>
                </c:pt>
                <c:pt idx="3">
                  <c:v>1</c:v>
                </c:pt>
                <c:pt idx="4">
                  <c:v>2</c:v>
                </c:pt>
                <c:pt idx="5">
                  <c:v>3</c:v>
                </c:pt>
                <c:pt idx="6">
                  <c:v>1</c:v>
                </c:pt>
                <c:pt idx="7">
                  <c:v>0</c:v>
                </c:pt>
                <c:pt idx="8">
                  <c:v>0</c:v>
                </c:pt>
                <c:pt idx="9">
                  <c:v>0</c:v>
                </c:pt>
                <c:pt idx="10">
                  <c:v>0</c:v>
                </c:pt>
                <c:pt idx="11">
                  <c:v>4</c:v>
                </c:pt>
                <c:pt idx="12">
                  <c:v>3</c:v>
                </c:pt>
                <c:pt idx="13">
                  <c:v>0</c:v>
                </c:pt>
                <c:pt idx="14">
                  <c:v>0</c:v>
                </c:pt>
                <c:pt idx="15">
                  <c:v>0</c:v>
                </c:pt>
                <c:pt idx="16">
                  <c:v>1</c:v>
                </c:pt>
                <c:pt idx="17">
                  <c:v>2</c:v>
                </c:pt>
                <c:pt idx="18">
                  <c:v>2</c:v>
                </c:pt>
                <c:pt idx="19">
                  <c:v>2</c:v>
                </c:pt>
                <c:pt idx="20">
                  <c:v>0</c:v>
                </c:pt>
                <c:pt idx="21">
                  <c:v>0</c:v>
                </c:pt>
                <c:pt idx="22">
                  <c:v>0</c:v>
                </c:pt>
                <c:pt idx="23">
                  <c:v>1</c:v>
                </c:pt>
                <c:pt idx="24">
                  <c:v>2</c:v>
                </c:pt>
              </c:numCache>
            </c:numRef>
          </c:val>
          <c:extLst xmlns:c16r2="http://schemas.microsoft.com/office/drawing/2015/06/chart">
            <c:ext xmlns:c16="http://schemas.microsoft.com/office/drawing/2014/chart" uri="{C3380CC4-5D6E-409C-BE32-E72D297353CC}">
              <c16:uniqueId val="{00000003-046A-4932-A959-656A40B5B76F}"/>
            </c:ext>
          </c:extLst>
        </c:ser>
        <c:ser>
          <c:idx val="1"/>
          <c:order val="1"/>
          <c:tx>
            <c:strRef>
              <c:f>'[np Charts.xlsx]A-Total Defects Machine 1'!$C$1</c:f>
              <c:strCache>
                <c:ptCount val="1"/>
                <c:pt idx="0">
                  <c:v>UCL</c:v>
                </c:pt>
              </c:strCache>
            </c:strRef>
          </c:tx>
          <c:spPr>
            <a:ln w="12700">
              <a:solidFill>
                <a:srgbClr val="FF0000"/>
              </a:solidFill>
              <a:prstDash val="lgDash"/>
            </a:ln>
            <a:effectLst/>
          </c:spPr>
          <c:marker>
            <c:symbol val="none"/>
          </c:marker>
          <c:dLbls>
            <c:dLbl>
              <c:idx val="1"/>
              <c:tx>
                <c:rich>
                  <a:bodyPr/>
                  <a:lstStyle/>
                  <a:p>
                    <a:pPr>
                      <a:defRPr/>
                    </a:pPr>
                    <a:r>
                      <a:rPr lang="en-US"/>
                      <a:t>UCL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4-046A-4932-A959-656A40B5B76F}"/>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046A-4932-A959-656A40B5B76F}"/>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1'!$C$2:$C$26</c:f>
              <c:numCache>
                <c:formatCode>General</c:formatCode>
                <c:ptCount val="25"/>
                <c:pt idx="0">
                  <c:v>3.8965645233844231</c:v>
                </c:pt>
                <c:pt idx="1">
                  <c:v>3.8965645233844231</c:v>
                </c:pt>
                <c:pt idx="2">
                  <c:v>3.8965645233844231</c:v>
                </c:pt>
                <c:pt idx="3">
                  <c:v>3.8965645233844231</c:v>
                </c:pt>
                <c:pt idx="4">
                  <c:v>3.8965645233844231</c:v>
                </c:pt>
                <c:pt idx="5">
                  <c:v>3.8965645233844231</c:v>
                </c:pt>
                <c:pt idx="6">
                  <c:v>3.8965645233844231</c:v>
                </c:pt>
                <c:pt idx="7">
                  <c:v>3.8965645233844231</c:v>
                </c:pt>
                <c:pt idx="8">
                  <c:v>3.8965645233844231</c:v>
                </c:pt>
                <c:pt idx="9">
                  <c:v>3.8965645233844231</c:v>
                </c:pt>
                <c:pt idx="10">
                  <c:v>3.8965645233844231</c:v>
                </c:pt>
                <c:pt idx="11">
                  <c:v>3.8965645233844231</c:v>
                </c:pt>
                <c:pt idx="12">
                  <c:v>3.8965645233844231</c:v>
                </c:pt>
                <c:pt idx="13">
                  <c:v>3.8965645233844231</c:v>
                </c:pt>
                <c:pt idx="14">
                  <c:v>3.8965645233844231</c:v>
                </c:pt>
                <c:pt idx="15">
                  <c:v>3.8965645233844231</c:v>
                </c:pt>
                <c:pt idx="16">
                  <c:v>3.8965645233844231</c:v>
                </c:pt>
                <c:pt idx="17">
                  <c:v>3.8965645233844231</c:v>
                </c:pt>
                <c:pt idx="18">
                  <c:v>3.8965645233844231</c:v>
                </c:pt>
                <c:pt idx="19">
                  <c:v>3.8965645233844231</c:v>
                </c:pt>
                <c:pt idx="20">
                  <c:v>3.8965645233844231</c:v>
                </c:pt>
                <c:pt idx="21">
                  <c:v>3.8965645233844231</c:v>
                </c:pt>
                <c:pt idx="22">
                  <c:v>3.8965645233844231</c:v>
                </c:pt>
                <c:pt idx="23">
                  <c:v>3.8965645233844231</c:v>
                </c:pt>
                <c:pt idx="24">
                  <c:v>3.8965645233844231</c:v>
                </c:pt>
              </c:numCache>
            </c:numRef>
          </c:val>
          <c:extLst xmlns:c16r2="http://schemas.microsoft.com/office/drawing/2015/06/chart">
            <c:ext xmlns:c16="http://schemas.microsoft.com/office/drawing/2014/chart" uri="{C3380CC4-5D6E-409C-BE32-E72D297353CC}">
              <c16:uniqueId val="{00000006-046A-4932-A959-656A40B5B76F}"/>
            </c:ext>
          </c:extLst>
        </c:ser>
        <c:ser>
          <c:idx val="2"/>
          <c:order val="2"/>
          <c:tx>
            <c:strRef>
              <c:f>'[np Charts.xlsx]A-Total Defects Machine 1'!$D$1</c:f>
              <c:strCache>
                <c:ptCount val="1"/>
                <c:pt idx="0">
                  <c:v> +2 Sigma</c:v>
                </c:pt>
              </c:strCache>
            </c:strRef>
          </c:tx>
          <c:spPr>
            <a:ln w="25400">
              <a:noFill/>
            </a:ln>
            <a:effectLst/>
          </c:spPr>
          <c:marker>
            <c:symbol val="none"/>
          </c:marker>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1'!$D$2:$D$26</c:f>
              <c:numCache>
                <c:formatCode>General</c:formatCode>
                <c:ptCount val="25"/>
                <c:pt idx="0">
                  <c:v>2.9177096822562838</c:v>
                </c:pt>
                <c:pt idx="1">
                  <c:v>2.9177096822562838</c:v>
                </c:pt>
                <c:pt idx="2">
                  <c:v>2.9177096822562838</c:v>
                </c:pt>
                <c:pt idx="3">
                  <c:v>2.9177096822562838</c:v>
                </c:pt>
                <c:pt idx="4">
                  <c:v>2.9177096822562838</c:v>
                </c:pt>
                <c:pt idx="5">
                  <c:v>2.9177096822562838</c:v>
                </c:pt>
                <c:pt idx="6">
                  <c:v>2.9177096822562838</c:v>
                </c:pt>
                <c:pt idx="7">
                  <c:v>2.9177096822562838</c:v>
                </c:pt>
                <c:pt idx="8">
                  <c:v>2.9177096822562838</c:v>
                </c:pt>
                <c:pt idx="9">
                  <c:v>2.9177096822562838</c:v>
                </c:pt>
                <c:pt idx="10">
                  <c:v>2.9177096822562838</c:v>
                </c:pt>
                <c:pt idx="11">
                  <c:v>2.9177096822562838</c:v>
                </c:pt>
                <c:pt idx="12">
                  <c:v>2.9177096822562838</c:v>
                </c:pt>
                <c:pt idx="13">
                  <c:v>2.9177096822562838</c:v>
                </c:pt>
                <c:pt idx="14">
                  <c:v>2.9177096822562838</c:v>
                </c:pt>
                <c:pt idx="15">
                  <c:v>2.9177096822562838</c:v>
                </c:pt>
                <c:pt idx="16">
                  <c:v>2.9177096822562838</c:v>
                </c:pt>
                <c:pt idx="17">
                  <c:v>2.9177096822562838</c:v>
                </c:pt>
                <c:pt idx="18">
                  <c:v>2.9177096822562838</c:v>
                </c:pt>
                <c:pt idx="19">
                  <c:v>2.9177096822562838</c:v>
                </c:pt>
                <c:pt idx="20">
                  <c:v>2.9177096822562838</c:v>
                </c:pt>
                <c:pt idx="21">
                  <c:v>2.9177096822562838</c:v>
                </c:pt>
                <c:pt idx="22">
                  <c:v>2.9177096822562838</c:v>
                </c:pt>
                <c:pt idx="23">
                  <c:v>2.9177096822562838</c:v>
                </c:pt>
                <c:pt idx="24">
                  <c:v>2.9177096822562838</c:v>
                </c:pt>
              </c:numCache>
            </c:numRef>
          </c:val>
          <c:extLst xmlns:c16r2="http://schemas.microsoft.com/office/drawing/2015/06/chart">
            <c:ext xmlns:c16="http://schemas.microsoft.com/office/drawing/2014/chart" uri="{C3380CC4-5D6E-409C-BE32-E72D297353CC}">
              <c16:uniqueId val="{00000007-046A-4932-A959-656A40B5B76F}"/>
            </c:ext>
          </c:extLst>
        </c:ser>
        <c:ser>
          <c:idx val="3"/>
          <c:order val="3"/>
          <c:tx>
            <c:strRef>
              <c:f>'[np Charts.xlsx]A-Total Defects Machine 1'!$E$1</c:f>
              <c:strCache>
                <c:ptCount val="1"/>
                <c:pt idx="0">
                  <c:v> +1 Sigma</c:v>
                </c:pt>
              </c:strCache>
            </c:strRef>
          </c:tx>
          <c:spPr>
            <a:ln w="25400">
              <a:noFill/>
            </a:ln>
            <a:effectLst/>
          </c:spPr>
          <c:marker>
            <c:symbol val="none"/>
          </c:marker>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1'!$E$2:$E$26</c:f>
              <c:numCache>
                <c:formatCode>General</c:formatCode>
                <c:ptCount val="25"/>
                <c:pt idx="0">
                  <c:v>1.9388548411281421</c:v>
                </c:pt>
                <c:pt idx="1">
                  <c:v>1.9388548411281421</c:v>
                </c:pt>
                <c:pt idx="2">
                  <c:v>1.9388548411281421</c:v>
                </c:pt>
                <c:pt idx="3">
                  <c:v>1.9388548411281421</c:v>
                </c:pt>
                <c:pt idx="4">
                  <c:v>1.9388548411281421</c:v>
                </c:pt>
                <c:pt idx="5">
                  <c:v>1.9388548411281421</c:v>
                </c:pt>
                <c:pt idx="6">
                  <c:v>1.9388548411281421</c:v>
                </c:pt>
                <c:pt idx="7">
                  <c:v>1.9388548411281421</c:v>
                </c:pt>
                <c:pt idx="8">
                  <c:v>1.9388548411281421</c:v>
                </c:pt>
                <c:pt idx="9">
                  <c:v>1.9388548411281421</c:v>
                </c:pt>
                <c:pt idx="10">
                  <c:v>1.9388548411281421</c:v>
                </c:pt>
                <c:pt idx="11">
                  <c:v>1.9388548411281421</c:v>
                </c:pt>
                <c:pt idx="12">
                  <c:v>1.9388548411281421</c:v>
                </c:pt>
                <c:pt idx="13">
                  <c:v>1.9388548411281421</c:v>
                </c:pt>
                <c:pt idx="14">
                  <c:v>1.9388548411281421</c:v>
                </c:pt>
                <c:pt idx="15">
                  <c:v>1.9388548411281421</c:v>
                </c:pt>
                <c:pt idx="16">
                  <c:v>1.9388548411281421</c:v>
                </c:pt>
                <c:pt idx="17">
                  <c:v>1.9388548411281421</c:v>
                </c:pt>
                <c:pt idx="18">
                  <c:v>1.9388548411281421</c:v>
                </c:pt>
                <c:pt idx="19">
                  <c:v>1.9388548411281421</c:v>
                </c:pt>
                <c:pt idx="20">
                  <c:v>1.9388548411281421</c:v>
                </c:pt>
                <c:pt idx="21">
                  <c:v>1.9388548411281421</c:v>
                </c:pt>
                <c:pt idx="22">
                  <c:v>1.9388548411281421</c:v>
                </c:pt>
                <c:pt idx="23">
                  <c:v>1.9388548411281421</c:v>
                </c:pt>
                <c:pt idx="24">
                  <c:v>1.9388548411281421</c:v>
                </c:pt>
              </c:numCache>
            </c:numRef>
          </c:val>
          <c:extLst xmlns:c16r2="http://schemas.microsoft.com/office/drawing/2015/06/chart">
            <c:ext xmlns:c16="http://schemas.microsoft.com/office/drawing/2014/chart" uri="{C3380CC4-5D6E-409C-BE32-E72D297353CC}">
              <c16:uniqueId val="{00000008-046A-4932-A959-656A40B5B76F}"/>
            </c:ext>
          </c:extLst>
        </c:ser>
        <c:ser>
          <c:idx val="4"/>
          <c:order val="4"/>
          <c:tx>
            <c:strRef>
              <c:f>'[np Charts.xlsx]A-Total Defects Machine 1'!$F$1</c:f>
              <c:strCache>
                <c:ptCount val="1"/>
                <c:pt idx="0">
                  <c:v>Average</c:v>
                </c:pt>
              </c:strCache>
            </c:strRef>
          </c:tx>
          <c:spPr>
            <a:ln w="12700">
              <a:solidFill>
                <a:srgbClr val="00FFFF"/>
              </a:solidFill>
              <a:prstDash val="solid"/>
            </a:ln>
            <a:effectLst/>
          </c:spPr>
          <c:marker>
            <c:symbol val="none"/>
          </c:marker>
          <c:dLbls>
            <c:dLbl>
              <c:idx val="1"/>
              <c:tx>
                <c:rich>
                  <a:bodyPr/>
                  <a:lstStyle/>
                  <a:p>
                    <a:pPr>
                      <a:defRPr/>
                    </a:pPr>
                    <a:r>
                      <a:rPr lang="en-US"/>
                      <a:t>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9-046A-4932-A959-656A40B5B76F}"/>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A-046A-4932-A959-656A40B5B76F}"/>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1'!$F$2:$F$26</c:f>
              <c:numCache>
                <c:formatCode>General</c:formatCode>
                <c:ptCount val="25"/>
                <c:pt idx="0">
                  <c:v>0.96000000000000063</c:v>
                </c:pt>
                <c:pt idx="1">
                  <c:v>0.96000000000000063</c:v>
                </c:pt>
                <c:pt idx="2">
                  <c:v>0.96000000000000063</c:v>
                </c:pt>
                <c:pt idx="3">
                  <c:v>0.96000000000000063</c:v>
                </c:pt>
                <c:pt idx="4">
                  <c:v>0.96000000000000063</c:v>
                </c:pt>
                <c:pt idx="5">
                  <c:v>0.96000000000000063</c:v>
                </c:pt>
                <c:pt idx="6">
                  <c:v>0.96000000000000063</c:v>
                </c:pt>
                <c:pt idx="7">
                  <c:v>0.96000000000000063</c:v>
                </c:pt>
                <c:pt idx="8">
                  <c:v>0.96000000000000063</c:v>
                </c:pt>
                <c:pt idx="9">
                  <c:v>0.96000000000000063</c:v>
                </c:pt>
                <c:pt idx="10">
                  <c:v>0.96000000000000063</c:v>
                </c:pt>
                <c:pt idx="11">
                  <c:v>0.96000000000000063</c:v>
                </c:pt>
                <c:pt idx="12">
                  <c:v>0.96000000000000063</c:v>
                </c:pt>
                <c:pt idx="13">
                  <c:v>0.96000000000000063</c:v>
                </c:pt>
                <c:pt idx="14">
                  <c:v>0.96000000000000063</c:v>
                </c:pt>
                <c:pt idx="15">
                  <c:v>0.96000000000000063</c:v>
                </c:pt>
                <c:pt idx="16">
                  <c:v>0.96000000000000063</c:v>
                </c:pt>
                <c:pt idx="17">
                  <c:v>0.96000000000000063</c:v>
                </c:pt>
                <c:pt idx="18">
                  <c:v>0.96000000000000063</c:v>
                </c:pt>
                <c:pt idx="19">
                  <c:v>0.96000000000000063</c:v>
                </c:pt>
                <c:pt idx="20">
                  <c:v>0.96000000000000063</c:v>
                </c:pt>
                <c:pt idx="21">
                  <c:v>0.96000000000000063</c:v>
                </c:pt>
                <c:pt idx="22">
                  <c:v>0.96000000000000063</c:v>
                </c:pt>
                <c:pt idx="23">
                  <c:v>0.96000000000000063</c:v>
                </c:pt>
                <c:pt idx="24">
                  <c:v>0.96000000000000063</c:v>
                </c:pt>
              </c:numCache>
            </c:numRef>
          </c:val>
          <c:extLst xmlns:c16r2="http://schemas.microsoft.com/office/drawing/2015/06/chart">
            <c:ext xmlns:c16="http://schemas.microsoft.com/office/drawing/2014/chart" uri="{C3380CC4-5D6E-409C-BE32-E72D297353CC}">
              <c16:uniqueId val="{0000000B-046A-4932-A959-656A40B5B76F}"/>
            </c:ext>
          </c:extLst>
        </c:ser>
        <c:ser>
          <c:idx val="5"/>
          <c:order val="5"/>
          <c:tx>
            <c:strRef>
              <c:f>'[np Charts.xlsx]A-Total Defects Machine 1'!$G$1</c:f>
              <c:strCache>
                <c:ptCount val="1"/>
                <c:pt idx="0">
                  <c:v> -1 Sigma</c:v>
                </c:pt>
              </c:strCache>
            </c:strRef>
          </c:tx>
          <c:spPr>
            <a:ln w="25400">
              <a:noFill/>
            </a:ln>
            <a:effectLst/>
          </c:spPr>
          <c:marker>
            <c:symbol val="none"/>
          </c:marker>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1'!$G$2:$G$26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C-046A-4932-A959-656A40B5B76F}"/>
            </c:ext>
          </c:extLst>
        </c:ser>
        <c:ser>
          <c:idx val="6"/>
          <c:order val="6"/>
          <c:tx>
            <c:strRef>
              <c:f>'[np Charts.xlsx]A-Total Defects Machine 1'!$H$1</c:f>
              <c:strCache>
                <c:ptCount val="1"/>
                <c:pt idx="0">
                  <c:v> -2 Sigma</c:v>
                </c:pt>
              </c:strCache>
            </c:strRef>
          </c:tx>
          <c:spPr>
            <a:ln w="25400">
              <a:noFill/>
            </a:ln>
            <a:effectLst/>
          </c:spPr>
          <c:marker>
            <c:symbol val="none"/>
          </c:marker>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1'!$H$2:$H$26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D-046A-4932-A959-656A40B5B76F}"/>
            </c:ext>
          </c:extLst>
        </c:ser>
        <c:ser>
          <c:idx val="7"/>
          <c:order val="7"/>
          <c:tx>
            <c:strRef>
              <c:f>'[np Charts.xlsx]A-Total Defects Machine 1'!$I$1</c:f>
              <c:strCache>
                <c:ptCount val="1"/>
                <c:pt idx="0">
                  <c:v>LCL</c:v>
                </c:pt>
              </c:strCache>
            </c:strRef>
          </c:tx>
          <c:spPr>
            <a:ln w="12700">
              <a:solidFill>
                <a:srgbClr val="FF0000"/>
              </a:solidFill>
              <a:prstDash val="lgDash"/>
            </a:ln>
            <a:effectLst/>
          </c:spPr>
          <c:marker>
            <c:symbol val="none"/>
          </c:marker>
          <c:cat>
            <c:strRef>
              <c:f>'[np Charts.xlsx]A-Total Defects Machine 1'!$A$2:$A$26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1'!$I$2:$I$26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E-046A-4932-A959-656A40B5B76F}"/>
            </c:ext>
          </c:extLst>
        </c:ser>
        <c:marker val="1"/>
        <c:axId val="123866496"/>
        <c:axId val="123901440"/>
      </c:lineChart>
      <c:catAx>
        <c:axId val="123866496"/>
        <c:scaling>
          <c:orientation val="minMax"/>
        </c:scaling>
        <c:axPos val="b"/>
        <c:title>
          <c:tx>
            <c:rich>
              <a:bodyPr/>
              <a:lstStyle/>
              <a:p>
                <a:pPr>
                  <a:defRPr/>
                </a:pPr>
                <a:r>
                  <a:rPr lang="en-IN"/>
                  <a:t>Batches</a:t>
                </a:r>
              </a:p>
            </c:rich>
          </c:tx>
        </c:title>
        <c:numFmt formatCode="General" sourceLinked="0"/>
        <c:tickLblPos val="nextTo"/>
        <c:crossAx val="123901440"/>
        <c:crosses val="autoZero"/>
        <c:lblAlgn val="ctr"/>
        <c:lblOffset val="100"/>
      </c:catAx>
      <c:valAx>
        <c:axId val="123901440"/>
        <c:scaling>
          <c:orientation val="minMax"/>
        </c:scaling>
        <c:axPos val="l"/>
        <c:title>
          <c:tx>
            <c:rich>
              <a:bodyPr/>
              <a:lstStyle/>
              <a:p>
                <a:pPr>
                  <a:defRPr/>
                </a:pPr>
                <a:r>
                  <a:rPr lang="en-IN"/>
                  <a:t>Total Defects</a:t>
                </a:r>
              </a:p>
            </c:rich>
          </c:tx>
        </c:title>
        <c:numFmt formatCode="General" sourceLinked="1"/>
        <c:tickLblPos val="nextTo"/>
        <c:crossAx val="123866496"/>
        <c:crosses val="autoZero"/>
        <c:crossBetween val="midCat"/>
      </c:valAx>
      <c:spPr>
        <a:noFill/>
        <a:ln w="25400">
          <a:noFill/>
        </a:ln>
      </c:spPr>
    </c:plotArea>
    <c:plotVisOnly val="1"/>
    <c:dispBlanksAs val="gap"/>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lang val="en-US"/>
  <c:chart>
    <c:title>
      <c:tx>
        <c:rich>
          <a:bodyPr/>
          <a:lstStyle/>
          <a:p>
            <a:pPr marL="0" marR="0" indent="0" algn="ctr" defTabSz="914400" rtl="0" eaLnBrk="1" fontAlgn="auto" latinLnBrk="0" hangingPunct="1">
              <a:lnSpc>
                <a:spcPct val="100000"/>
              </a:lnSpc>
              <a:spcBef>
                <a:spcPts val="0"/>
              </a:spcBef>
              <a:spcAft>
                <a:spcPts val="0"/>
              </a:spcAft>
              <a:buClrTx/>
              <a:buSzTx/>
              <a:buFontTx/>
              <a:buNone/>
              <a:tabLst/>
              <a:defRPr sz="1800" b="1" i="0" u="none" strike="noStrike" kern="1200" baseline="0">
                <a:solidFill>
                  <a:sysClr val="windowText" lastClr="000000"/>
                </a:solidFill>
                <a:latin typeface="+mn-lt"/>
                <a:ea typeface="+mn-ea"/>
                <a:cs typeface="+mn-cs"/>
              </a:defRPr>
            </a:pPr>
            <a:r>
              <a:rPr lang="en-IN" sz="1800" b="1" i="0" baseline="0">
                <a:effectLst/>
              </a:rPr>
              <a:t>Total Defects np Chart of Washing process (Machine 2)</a:t>
            </a:r>
            <a:endParaRPr lang="en-US">
              <a:effectLst/>
            </a:endParaRPr>
          </a:p>
        </c:rich>
      </c:tx>
    </c:title>
    <c:plotArea>
      <c:layout/>
      <c:lineChart>
        <c:grouping val="standard"/>
        <c:ser>
          <c:idx val="0"/>
          <c:order val="0"/>
          <c:tx>
            <c:strRef>
              <c:f>'[np Charts.xlsx]A-Total Defects Machine 2'!$B$1</c:f>
              <c:strCache>
                <c:ptCount val="1"/>
                <c:pt idx="0">
                  <c:v>Data1</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dPt>
            <c:idx val="0"/>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0-F355-4736-9F91-6913AF62C74B}"/>
              </c:ext>
            </c:extLst>
          </c:dPt>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2'!$B$2:$B$26</c:f>
              <c:numCache>
                <c:formatCode>General</c:formatCode>
                <c:ptCount val="25"/>
                <c:pt idx="0">
                  <c:v>18</c:v>
                </c:pt>
                <c:pt idx="1">
                  <c:v>4</c:v>
                </c:pt>
                <c:pt idx="2">
                  <c:v>4</c:v>
                </c:pt>
                <c:pt idx="3">
                  <c:v>2</c:v>
                </c:pt>
                <c:pt idx="4">
                  <c:v>5</c:v>
                </c:pt>
                <c:pt idx="5">
                  <c:v>3</c:v>
                </c:pt>
                <c:pt idx="6">
                  <c:v>1</c:v>
                </c:pt>
                <c:pt idx="7">
                  <c:v>2</c:v>
                </c:pt>
                <c:pt idx="8">
                  <c:v>1</c:v>
                </c:pt>
                <c:pt idx="9">
                  <c:v>1</c:v>
                </c:pt>
                <c:pt idx="10">
                  <c:v>5</c:v>
                </c:pt>
                <c:pt idx="11">
                  <c:v>2</c:v>
                </c:pt>
                <c:pt idx="12">
                  <c:v>3</c:v>
                </c:pt>
                <c:pt idx="13">
                  <c:v>4</c:v>
                </c:pt>
                <c:pt idx="14">
                  <c:v>2</c:v>
                </c:pt>
                <c:pt idx="15">
                  <c:v>5</c:v>
                </c:pt>
                <c:pt idx="16">
                  <c:v>4</c:v>
                </c:pt>
                <c:pt idx="17">
                  <c:v>2</c:v>
                </c:pt>
                <c:pt idx="18">
                  <c:v>7</c:v>
                </c:pt>
                <c:pt idx="19">
                  <c:v>1</c:v>
                </c:pt>
                <c:pt idx="20">
                  <c:v>6</c:v>
                </c:pt>
                <c:pt idx="21">
                  <c:v>5</c:v>
                </c:pt>
                <c:pt idx="22">
                  <c:v>6</c:v>
                </c:pt>
                <c:pt idx="23">
                  <c:v>2</c:v>
                </c:pt>
                <c:pt idx="24">
                  <c:v>4</c:v>
                </c:pt>
              </c:numCache>
            </c:numRef>
          </c:val>
          <c:extLst xmlns:c16r2="http://schemas.microsoft.com/office/drawing/2015/06/chart">
            <c:ext xmlns:c16="http://schemas.microsoft.com/office/drawing/2014/chart" uri="{C3380CC4-5D6E-409C-BE32-E72D297353CC}">
              <c16:uniqueId val="{00000001-F355-4736-9F91-6913AF62C74B}"/>
            </c:ext>
          </c:extLst>
        </c:ser>
        <c:ser>
          <c:idx val="1"/>
          <c:order val="1"/>
          <c:tx>
            <c:strRef>
              <c:f>'[np Charts.xlsx]A-Total Defects Machine 2'!$C$1</c:f>
              <c:strCache>
                <c:ptCount val="1"/>
                <c:pt idx="0">
                  <c:v>UCL</c:v>
                </c:pt>
              </c:strCache>
            </c:strRef>
          </c:tx>
          <c:spPr>
            <a:ln w="12700">
              <a:solidFill>
                <a:srgbClr val="FF0000"/>
              </a:solidFill>
              <a:prstDash val="lgDash"/>
            </a:ln>
            <a:effectLst/>
          </c:spPr>
          <c:marker>
            <c:symbol val="none"/>
          </c:marker>
          <c:dLbls>
            <c:dLbl>
              <c:idx val="1"/>
              <c:tx>
                <c:rich>
                  <a:bodyPr/>
                  <a:lstStyle/>
                  <a:p>
                    <a:pPr>
                      <a:defRPr/>
                    </a:pPr>
                    <a:r>
                      <a:rPr lang="en-US"/>
                      <a:t>UCL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F355-4736-9F91-6913AF62C74B}"/>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F355-4736-9F91-6913AF62C74B}"/>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2'!$C$2:$C$26</c:f>
              <c:numCache>
                <c:formatCode>General</c:formatCode>
                <c:ptCount val="25"/>
                <c:pt idx="0">
                  <c:v>9.8887393263661068</c:v>
                </c:pt>
                <c:pt idx="1">
                  <c:v>9.8887393263661068</c:v>
                </c:pt>
                <c:pt idx="2">
                  <c:v>9.8887393263661068</c:v>
                </c:pt>
                <c:pt idx="3">
                  <c:v>9.8887393263661068</c:v>
                </c:pt>
                <c:pt idx="4">
                  <c:v>9.8887393263661068</c:v>
                </c:pt>
                <c:pt idx="5">
                  <c:v>9.8887393263661068</c:v>
                </c:pt>
                <c:pt idx="6">
                  <c:v>9.8887393263661068</c:v>
                </c:pt>
                <c:pt idx="7">
                  <c:v>9.8887393263661068</c:v>
                </c:pt>
                <c:pt idx="8">
                  <c:v>9.8887393263661068</c:v>
                </c:pt>
                <c:pt idx="9">
                  <c:v>9.8887393263661068</c:v>
                </c:pt>
                <c:pt idx="10">
                  <c:v>9.8887393263661068</c:v>
                </c:pt>
                <c:pt idx="11">
                  <c:v>9.8887393263661068</c:v>
                </c:pt>
                <c:pt idx="12">
                  <c:v>9.8887393263661068</c:v>
                </c:pt>
                <c:pt idx="13">
                  <c:v>9.8887393263661068</c:v>
                </c:pt>
                <c:pt idx="14">
                  <c:v>9.8887393263661068</c:v>
                </c:pt>
                <c:pt idx="15">
                  <c:v>9.8887393263661068</c:v>
                </c:pt>
                <c:pt idx="16">
                  <c:v>9.8887393263661068</c:v>
                </c:pt>
                <c:pt idx="17">
                  <c:v>9.8887393263661068</c:v>
                </c:pt>
                <c:pt idx="18">
                  <c:v>9.8887393263661068</c:v>
                </c:pt>
                <c:pt idx="19">
                  <c:v>9.8887393263661068</c:v>
                </c:pt>
                <c:pt idx="20">
                  <c:v>9.8887393263661068</c:v>
                </c:pt>
                <c:pt idx="21">
                  <c:v>9.8887393263661068</c:v>
                </c:pt>
                <c:pt idx="22">
                  <c:v>9.8887393263661068</c:v>
                </c:pt>
                <c:pt idx="23">
                  <c:v>9.8887393263661068</c:v>
                </c:pt>
                <c:pt idx="24">
                  <c:v>9.8887393263661068</c:v>
                </c:pt>
              </c:numCache>
            </c:numRef>
          </c:val>
          <c:extLst xmlns:c16r2="http://schemas.microsoft.com/office/drawing/2015/06/chart">
            <c:ext xmlns:c16="http://schemas.microsoft.com/office/drawing/2014/chart" uri="{C3380CC4-5D6E-409C-BE32-E72D297353CC}">
              <c16:uniqueId val="{00000004-F355-4736-9F91-6913AF62C74B}"/>
            </c:ext>
          </c:extLst>
        </c:ser>
        <c:ser>
          <c:idx val="2"/>
          <c:order val="2"/>
          <c:tx>
            <c:strRef>
              <c:f>'[np Charts.xlsx]A-Total Defects Machine 2'!$D$1</c:f>
              <c:strCache>
                <c:ptCount val="1"/>
                <c:pt idx="0">
                  <c:v> +2 Sigma</c:v>
                </c:pt>
              </c:strCache>
            </c:strRef>
          </c:tx>
          <c:spPr>
            <a:ln w="25400">
              <a:noFill/>
            </a:ln>
            <a:effectLst/>
          </c:spPr>
          <c:marker>
            <c:symbol val="none"/>
          </c:marker>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2'!$D$2:$D$26</c:f>
              <c:numCache>
                <c:formatCode>General</c:formatCode>
                <c:ptCount val="25"/>
                <c:pt idx="0">
                  <c:v>7.9124928842440747</c:v>
                </c:pt>
                <c:pt idx="1">
                  <c:v>7.9124928842440747</c:v>
                </c:pt>
                <c:pt idx="2">
                  <c:v>7.9124928842440747</c:v>
                </c:pt>
                <c:pt idx="3">
                  <c:v>7.9124928842440747</c:v>
                </c:pt>
                <c:pt idx="4">
                  <c:v>7.9124928842440747</c:v>
                </c:pt>
                <c:pt idx="5">
                  <c:v>7.9124928842440747</c:v>
                </c:pt>
                <c:pt idx="6">
                  <c:v>7.9124928842440747</c:v>
                </c:pt>
                <c:pt idx="7">
                  <c:v>7.9124928842440747</c:v>
                </c:pt>
                <c:pt idx="8">
                  <c:v>7.9124928842440747</c:v>
                </c:pt>
                <c:pt idx="9">
                  <c:v>7.9124928842440747</c:v>
                </c:pt>
                <c:pt idx="10">
                  <c:v>7.9124928842440747</c:v>
                </c:pt>
                <c:pt idx="11">
                  <c:v>7.9124928842440747</c:v>
                </c:pt>
                <c:pt idx="12">
                  <c:v>7.9124928842440747</c:v>
                </c:pt>
                <c:pt idx="13">
                  <c:v>7.9124928842440747</c:v>
                </c:pt>
                <c:pt idx="14">
                  <c:v>7.9124928842440747</c:v>
                </c:pt>
                <c:pt idx="15">
                  <c:v>7.9124928842440747</c:v>
                </c:pt>
                <c:pt idx="16">
                  <c:v>7.9124928842440747</c:v>
                </c:pt>
                <c:pt idx="17">
                  <c:v>7.9124928842440747</c:v>
                </c:pt>
                <c:pt idx="18">
                  <c:v>7.9124928842440747</c:v>
                </c:pt>
                <c:pt idx="19">
                  <c:v>7.9124928842440747</c:v>
                </c:pt>
                <c:pt idx="20">
                  <c:v>7.9124928842440747</c:v>
                </c:pt>
                <c:pt idx="21">
                  <c:v>7.9124928842440747</c:v>
                </c:pt>
                <c:pt idx="22">
                  <c:v>7.9124928842440747</c:v>
                </c:pt>
                <c:pt idx="23">
                  <c:v>7.9124928842440747</c:v>
                </c:pt>
                <c:pt idx="24">
                  <c:v>7.9124928842440747</c:v>
                </c:pt>
              </c:numCache>
            </c:numRef>
          </c:val>
          <c:extLst xmlns:c16r2="http://schemas.microsoft.com/office/drawing/2015/06/chart">
            <c:ext xmlns:c16="http://schemas.microsoft.com/office/drawing/2014/chart" uri="{C3380CC4-5D6E-409C-BE32-E72D297353CC}">
              <c16:uniqueId val="{00000005-F355-4736-9F91-6913AF62C74B}"/>
            </c:ext>
          </c:extLst>
        </c:ser>
        <c:ser>
          <c:idx val="3"/>
          <c:order val="3"/>
          <c:tx>
            <c:strRef>
              <c:f>'[np Charts.xlsx]A-Total Defects Machine 2'!$E$1</c:f>
              <c:strCache>
                <c:ptCount val="1"/>
                <c:pt idx="0">
                  <c:v> +1 Sigma</c:v>
                </c:pt>
              </c:strCache>
            </c:strRef>
          </c:tx>
          <c:spPr>
            <a:ln w="25400">
              <a:noFill/>
            </a:ln>
            <a:effectLst/>
          </c:spPr>
          <c:marker>
            <c:symbol val="none"/>
          </c:marker>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2'!$E$2:$E$26</c:f>
              <c:numCache>
                <c:formatCode>General</c:formatCode>
                <c:ptCount val="25"/>
                <c:pt idx="0">
                  <c:v>5.9362464421220462</c:v>
                </c:pt>
                <c:pt idx="1">
                  <c:v>5.9362464421220462</c:v>
                </c:pt>
                <c:pt idx="2">
                  <c:v>5.9362464421220462</c:v>
                </c:pt>
                <c:pt idx="3">
                  <c:v>5.9362464421220462</c:v>
                </c:pt>
                <c:pt idx="4">
                  <c:v>5.9362464421220462</c:v>
                </c:pt>
                <c:pt idx="5">
                  <c:v>5.9362464421220462</c:v>
                </c:pt>
                <c:pt idx="6">
                  <c:v>5.9362464421220462</c:v>
                </c:pt>
                <c:pt idx="7">
                  <c:v>5.9362464421220462</c:v>
                </c:pt>
                <c:pt idx="8">
                  <c:v>5.9362464421220462</c:v>
                </c:pt>
                <c:pt idx="9">
                  <c:v>5.9362464421220462</c:v>
                </c:pt>
                <c:pt idx="10">
                  <c:v>5.9362464421220462</c:v>
                </c:pt>
                <c:pt idx="11">
                  <c:v>5.9362464421220462</c:v>
                </c:pt>
                <c:pt idx="12">
                  <c:v>5.9362464421220462</c:v>
                </c:pt>
                <c:pt idx="13">
                  <c:v>5.9362464421220462</c:v>
                </c:pt>
                <c:pt idx="14">
                  <c:v>5.9362464421220462</c:v>
                </c:pt>
                <c:pt idx="15">
                  <c:v>5.9362464421220462</c:v>
                </c:pt>
                <c:pt idx="16">
                  <c:v>5.9362464421220462</c:v>
                </c:pt>
                <c:pt idx="17">
                  <c:v>5.9362464421220462</c:v>
                </c:pt>
                <c:pt idx="18">
                  <c:v>5.9362464421220462</c:v>
                </c:pt>
                <c:pt idx="19">
                  <c:v>5.9362464421220462</c:v>
                </c:pt>
                <c:pt idx="20">
                  <c:v>5.9362464421220462</c:v>
                </c:pt>
                <c:pt idx="21">
                  <c:v>5.9362464421220462</c:v>
                </c:pt>
                <c:pt idx="22">
                  <c:v>5.9362464421220462</c:v>
                </c:pt>
                <c:pt idx="23">
                  <c:v>5.9362464421220462</c:v>
                </c:pt>
                <c:pt idx="24">
                  <c:v>5.9362464421220462</c:v>
                </c:pt>
              </c:numCache>
            </c:numRef>
          </c:val>
          <c:extLst xmlns:c16r2="http://schemas.microsoft.com/office/drawing/2015/06/chart">
            <c:ext xmlns:c16="http://schemas.microsoft.com/office/drawing/2014/chart" uri="{C3380CC4-5D6E-409C-BE32-E72D297353CC}">
              <c16:uniqueId val="{00000006-F355-4736-9F91-6913AF62C74B}"/>
            </c:ext>
          </c:extLst>
        </c:ser>
        <c:ser>
          <c:idx val="4"/>
          <c:order val="4"/>
          <c:tx>
            <c:strRef>
              <c:f>'[np Charts.xlsx]A-Total Defects Machine 2'!$F$1</c:f>
              <c:strCache>
                <c:ptCount val="1"/>
                <c:pt idx="0">
                  <c:v>Average</c:v>
                </c:pt>
              </c:strCache>
            </c:strRef>
          </c:tx>
          <c:spPr>
            <a:ln w="12700">
              <a:solidFill>
                <a:srgbClr val="00FFFF"/>
              </a:solidFill>
              <a:prstDash val="solid"/>
            </a:ln>
            <a:effectLst/>
          </c:spPr>
          <c:marker>
            <c:symbol val="none"/>
          </c:marker>
          <c:dLbls>
            <c:dLbl>
              <c:idx val="1"/>
              <c:tx>
                <c:rich>
                  <a:bodyPr/>
                  <a:lstStyle/>
                  <a:p>
                    <a:pPr>
                      <a:defRPr/>
                    </a:pPr>
                    <a:r>
                      <a:rPr lang="en-US"/>
                      <a:t>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F355-4736-9F91-6913AF62C74B}"/>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F355-4736-9F91-6913AF62C74B}"/>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2'!$F$2:$F$26</c:f>
              <c:numCache>
                <c:formatCode>General</c:formatCode>
                <c:ptCount val="25"/>
                <c:pt idx="0">
                  <c:v>3.96</c:v>
                </c:pt>
                <c:pt idx="1">
                  <c:v>3.96</c:v>
                </c:pt>
                <c:pt idx="2">
                  <c:v>3.96</c:v>
                </c:pt>
                <c:pt idx="3">
                  <c:v>3.96</c:v>
                </c:pt>
                <c:pt idx="4">
                  <c:v>3.96</c:v>
                </c:pt>
                <c:pt idx="5">
                  <c:v>3.96</c:v>
                </c:pt>
                <c:pt idx="6">
                  <c:v>3.96</c:v>
                </c:pt>
                <c:pt idx="7">
                  <c:v>3.96</c:v>
                </c:pt>
                <c:pt idx="8">
                  <c:v>3.96</c:v>
                </c:pt>
                <c:pt idx="9">
                  <c:v>3.96</c:v>
                </c:pt>
                <c:pt idx="10">
                  <c:v>3.96</c:v>
                </c:pt>
                <c:pt idx="11">
                  <c:v>3.96</c:v>
                </c:pt>
                <c:pt idx="12">
                  <c:v>3.96</c:v>
                </c:pt>
                <c:pt idx="13">
                  <c:v>3.96</c:v>
                </c:pt>
                <c:pt idx="14">
                  <c:v>3.96</c:v>
                </c:pt>
                <c:pt idx="15">
                  <c:v>3.96</c:v>
                </c:pt>
                <c:pt idx="16">
                  <c:v>3.96</c:v>
                </c:pt>
                <c:pt idx="17">
                  <c:v>3.96</c:v>
                </c:pt>
                <c:pt idx="18">
                  <c:v>3.96</c:v>
                </c:pt>
                <c:pt idx="19">
                  <c:v>3.96</c:v>
                </c:pt>
                <c:pt idx="20">
                  <c:v>3.96</c:v>
                </c:pt>
                <c:pt idx="21">
                  <c:v>3.96</c:v>
                </c:pt>
                <c:pt idx="22">
                  <c:v>3.96</c:v>
                </c:pt>
                <c:pt idx="23">
                  <c:v>3.96</c:v>
                </c:pt>
                <c:pt idx="24">
                  <c:v>3.96</c:v>
                </c:pt>
              </c:numCache>
            </c:numRef>
          </c:val>
          <c:extLst xmlns:c16r2="http://schemas.microsoft.com/office/drawing/2015/06/chart">
            <c:ext xmlns:c16="http://schemas.microsoft.com/office/drawing/2014/chart" uri="{C3380CC4-5D6E-409C-BE32-E72D297353CC}">
              <c16:uniqueId val="{00000009-F355-4736-9F91-6913AF62C74B}"/>
            </c:ext>
          </c:extLst>
        </c:ser>
        <c:ser>
          <c:idx val="5"/>
          <c:order val="5"/>
          <c:tx>
            <c:strRef>
              <c:f>'[np Charts.xlsx]A-Total Defects Machine 2'!$G$1</c:f>
              <c:strCache>
                <c:ptCount val="1"/>
                <c:pt idx="0">
                  <c:v> -1 Sigma</c:v>
                </c:pt>
              </c:strCache>
            </c:strRef>
          </c:tx>
          <c:spPr>
            <a:ln w="25400">
              <a:noFill/>
            </a:ln>
            <a:effectLst/>
          </c:spPr>
          <c:marker>
            <c:symbol val="none"/>
          </c:marker>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2'!$G$2:$G$26</c:f>
              <c:numCache>
                <c:formatCode>General</c:formatCode>
                <c:ptCount val="25"/>
                <c:pt idx="0">
                  <c:v>1.9837535578779655</c:v>
                </c:pt>
                <c:pt idx="1">
                  <c:v>1.9837535578779655</c:v>
                </c:pt>
                <c:pt idx="2">
                  <c:v>1.9837535578779655</c:v>
                </c:pt>
                <c:pt idx="3">
                  <c:v>1.9837535578779655</c:v>
                </c:pt>
                <c:pt idx="4">
                  <c:v>1.9837535578779655</c:v>
                </c:pt>
                <c:pt idx="5">
                  <c:v>1.9837535578779655</c:v>
                </c:pt>
                <c:pt idx="6">
                  <c:v>1.9837535578779655</c:v>
                </c:pt>
                <c:pt idx="7">
                  <c:v>1.9837535578779655</c:v>
                </c:pt>
                <c:pt idx="8">
                  <c:v>1.9837535578779655</c:v>
                </c:pt>
                <c:pt idx="9">
                  <c:v>1.9837535578779655</c:v>
                </c:pt>
                <c:pt idx="10">
                  <c:v>1.9837535578779655</c:v>
                </c:pt>
                <c:pt idx="11">
                  <c:v>1.9837535578779655</c:v>
                </c:pt>
                <c:pt idx="12">
                  <c:v>1.9837535578779655</c:v>
                </c:pt>
                <c:pt idx="13">
                  <c:v>1.9837535578779655</c:v>
                </c:pt>
                <c:pt idx="14">
                  <c:v>1.9837535578779655</c:v>
                </c:pt>
                <c:pt idx="15">
                  <c:v>1.9837535578779655</c:v>
                </c:pt>
                <c:pt idx="16">
                  <c:v>1.9837535578779655</c:v>
                </c:pt>
                <c:pt idx="17">
                  <c:v>1.9837535578779655</c:v>
                </c:pt>
                <c:pt idx="18">
                  <c:v>1.9837535578779655</c:v>
                </c:pt>
                <c:pt idx="19">
                  <c:v>1.9837535578779655</c:v>
                </c:pt>
                <c:pt idx="20">
                  <c:v>1.9837535578779655</c:v>
                </c:pt>
                <c:pt idx="21">
                  <c:v>1.9837535578779655</c:v>
                </c:pt>
                <c:pt idx="22">
                  <c:v>1.9837535578779655</c:v>
                </c:pt>
                <c:pt idx="23">
                  <c:v>1.9837535578779655</c:v>
                </c:pt>
                <c:pt idx="24">
                  <c:v>1.9837535578779655</c:v>
                </c:pt>
              </c:numCache>
            </c:numRef>
          </c:val>
          <c:extLst xmlns:c16r2="http://schemas.microsoft.com/office/drawing/2015/06/chart">
            <c:ext xmlns:c16="http://schemas.microsoft.com/office/drawing/2014/chart" uri="{C3380CC4-5D6E-409C-BE32-E72D297353CC}">
              <c16:uniqueId val="{0000000A-F355-4736-9F91-6913AF62C74B}"/>
            </c:ext>
          </c:extLst>
        </c:ser>
        <c:ser>
          <c:idx val="6"/>
          <c:order val="6"/>
          <c:tx>
            <c:strRef>
              <c:f>'[np Charts.xlsx]A-Total Defects Machine 2'!$H$1</c:f>
              <c:strCache>
                <c:ptCount val="1"/>
                <c:pt idx="0">
                  <c:v> -2 Sigma</c:v>
                </c:pt>
              </c:strCache>
            </c:strRef>
          </c:tx>
          <c:spPr>
            <a:ln w="25400">
              <a:noFill/>
            </a:ln>
            <a:effectLst/>
          </c:spPr>
          <c:marker>
            <c:symbol val="none"/>
          </c:marker>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2'!$H$2:$H$26</c:f>
              <c:numCache>
                <c:formatCode>General</c:formatCode>
                <c:ptCount val="25"/>
                <c:pt idx="0">
                  <c:v>7.5071157559309905E-3</c:v>
                </c:pt>
                <c:pt idx="1">
                  <c:v>7.5071157559309905E-3</c:v>
                </c:pt>
                <c:pt idx="2">
                  <c:v>7.5071157559309905E-3</c:v>
                </c:pt>
                <c:pt idx="3">
                  <c:v>7.5071157559309905E-3</c:v>
                </c:pt>
                <c:pt idx="4">
                  <c:v>7.5071157559309905E-3</c:v>
                </c:pt>
                <c:pt idx="5">
                  <c:v>7.5071157559309905E-3</c:v>
                </c:pt>
                <c:pt idx="6">
                  <c:v>7.5071157559309905E-3</c:v>
                </c:pt>
                <c:pt idx="7">
                  <c:v>7.5071157559309905E-3</c:v>
                </c:pt>
                <c:pt idx="8">
                  <c:v>7.5071157559309905E-3</c:v>
                </c:pt>
                <c:pt idx="9">
                  <c:v>7.5071157559309905E-3</c:v>
                </c:pt>
                <c:pt idx="10">
                  <c:v>7.5071157559309905E-3</c:v>
                </c:pt>
                <c:pt idx="11">
                  <c:v>7.5071157559309905E-3</c:v>
                </c:pt>
                <c:pt idx="12">
                  <c:v>7.5071157559309905E-3</c:v>
                </c:pt>
                <c:pt idx="13">
                  <c:v>7.5071157559309905E-3</c:v>
                </c:pt>
                <c:pt idx="14">
                  <c:v>7.5071157559309905E-3</c:v>
                </c:pt>
                <c:pt idx="15">
                  <c:v>7.5071157559309905E-3</c:v>
                </c:pt>
                <c:pt idx="16">
                  <c:v>7.5071157559309905E-3</c:v>
                </c:pt>
                <c:pt idx="17">
                  <c:v>7.5071157559309905E-3</c:v>
                </c:pt>
                <c:pt idx="18">
                  <c:v>7.5071157559309905E-3</c:v>
                </c:pt>
                <c:pt idx="19">
                  <c:v>7.5071157559309905E-3</c:v>
                </c:pt>
                <c:pt idx="20">
                  <c:v>7.5071157559309905E-3</c:v>
                </c:pt>
                <c:pt idx="21">
                  <c:v>7.5071157559309905E-3</c:v>
                </c:pt>
                <c:pt idx="22">
                  <c:v>7.5071157559309905E-3</c:v>
                </c:pt>
                <c:pt idx="23">
                  <c:v>7.5071157559309905E-3</c:v>
                </c:pt>
                <c:pt idx="24">
                  <c:v>7.5071157559309905E-3</c:v>
                </c:pt>
              </c:numCache>
            </c:numRef>
          </c:val>
          <c:extLst xmlns:c16r2="http://schemas.microsoft.com/office/drawing/2015/06/chart">
            <c:ext xmlns:c16="http://schemas.microsoft.com/office/drawing/2014/chart" uri="{C3380CC4-5D6E-409C-BE32-E72D297353CC}">
              <c16:uniqueId val="{0000000B-F355-4736-9F91-6913AF62C74B}"/>
            </c:ext>
          </c:extLst>
        </c:ser>
        <c:ser>
          <c:idx val="7"/>
          <c:order val="7"/>
          <c:tx>
            <c:strRef>
              <c:f>'[np Charts.xlsx]A-Total Defects Machine 2'!$I$1</c:f>
              <c:strCache>
                <c:ptCount val="1"/>
                <c:pt idx="0">
                  <c:v>LCL</c:v>
                </c:pt>
              </c:strCache>
            </c:strRef>
          </c:tx>
          <c:spPr>
            <a:ln w="12700">
              <a:solidFill>
                <a:srgbClr val="FF0000"/>
              </a:solidFill>
              <a:prstDash val="lgDash"/>
            </a:ln>
            <a:effectLst/>
          </c:spPr>
          <c:marker>
            <c:symbol val="none"/>
          </c:marker>
          <c:cat>
            <c:strRef>
              <c:f>'[np Charts.xlsx]A-Total Defects Machine 2'!$A$2:$A$26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Machine 2'!$I$2:$I$26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C-F355-4736-9F91-6913AF62C74B}"/>
            </c:ext>
          </c:extLst>
        </c:ser>
        <c:marker val="1"/>
        <c:axId val="124124160"/>
        <c:axId val="124003456"/>
      </c:lineChart>
      <c:catAx>
        <c:axId val="124124160"/>
        <c:scaling>
          <c:orientation val="minMax"/>
        </c:scaling>
        <c:axPos val="b"/>
        <c:title>
          <c:tx>
            <c:rich>
              <a:bodyPr/>
              <a:lstStyle/>
              <a:p>
                <a:pPr>
                  <a:defRPr/>
                </a:pPr>
                <a:r>
                  <a:rPr lang="en-IN"/>
                  <a:t>Batch 1 - Batch 25</a:t>
                </a:r>
              </a:p>
            </c:rich>
          </c:tx>
        </c:title>
        <c:numFmt formatCode="General" sourceLinked="0"/>
        <c:tickLblPos val="nextTo"/>
        <c:crossAx val="124003456"/>
        <c:crosses val="autoZero"/>
        <c:lblAlgn val="ctr"/>
        <c:lblOffset val="100"/>
      </c:catAx>
      <c:valAx>
        <c:axId val="124003456"/>
        <c:scaling>
          <c:orientation val="minMax"/>
        </c:scaling>
        <c:axPos val="l"/>
        <c:title>
          <c:tx>
            <c:rich>
              <a:bodyPr/>
              <a:lstStyle/>
              <a:p>
                <a:pPr>
                  <a:defRPr/>
                </a:pPr>
                <a:r>
                  <a:rPr lang="en-IN"/>
                  <a:t>Defects</a:t>
                </a:r>
              </a:p>
            </c:rich>
          </c:tx>
        </c:title>
        <c:numFmt formatCode="General" sourceLinked="1"/>
        <c:tickLblPos val="nextTo"/>
        <c:crossAx val="124124160"/>
        <c:crosses val="autoZero"/>
        <c:crossBetween val="midCat"/>
      </c:valAx>
      <c:spPr>
        <a:noFill/>
        <a:ln w="25400">
          <a:noFill/>
        </a:ln>
      </c:spPr>
    </c:plotArea>
    <c:plotVisOnly val="1"/>
    <c:dispBlanksAs val="gap"/>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IN"/>
              <a:t>Total Defects np Chart for Cleaning Process</a:t>
            </a:r>
          </a:p>
        </c:rich>
      </c:tx>
    </c:title>
    <c:plotArea>
      <c:layout/>
      <c:lineChart>
        <c:grouping val="standard"/>
        <c:ser>
          <c:idx val="0"/>
          <c:order val="0"/>
          <c:tx>
            <c:strRef>
              <c:f>'[np Charts.xlsx]A-Total defects cleaning'!$B$1</c:f>
              <c:strCache>
                <c:ptCount val="1"/>
                <c:pt idx="0">
                  <c:v>Data1</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dPt>
            <c:idx val="0"/>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0-298E-4ED2-89B2-2AC9A0F37379}"/>
              </c:ext>
            </c:extLst>
          </c:dPt>
          <c:dPt>
            <c:idx val="10"/>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1-298E-4ED2-89B2-2AC9A0F37379}"/>
              </c:ext>
            </c:extLst>
          </c:dPt>
          <c:dPt>
            <c:idx val="11"/>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3-298E-4ED2-89B2-2AC9A0F37379}"/>
              </c:ext>
            </c:extLst>
          </c:dPt>
          <c:dPt>
            <c:idx val="12"/>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5-298E-4ED2-89B2-2AC9A0F37379}"/>
              </c:ext>
            </c:extLst>
          </c:dPt>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cleaning'!$B$2:$B$26</c:f>
              <c:numCache>
                <c:formatCode>General</c:formatCode>
                <c:ptCount val="25"/>
                <c:pt idx="0">
                  <c:v>15</c:v>
                </c:pt>
                <c:pt idx="1">
                  <c:v>8</c:v>
                </c:pt>
                <c:pt idx="2">
                  <c:v>2</c:v>
                </c:pt>
                <c:pt idx="3">
                  <c:v>3</c:v>
                </c:pt>
                <c:pt idx="4">
                  <c:v>5</c:v>
                </c:pt>
                <c:pt idx="5">
                  <c:v>9</c:v>
                </c:pt>
                <c:pt idx="6">
                  <c:v>9</c:v>
                </c:pt>
                <c:pt idx="7">
                  <c:v>2</c:v>
                </c:pt>
                <c:pt idx="8">
                  <c:v>3</c:v>
                </c:pt>
                <c:pt idx="9">
                  <c:v>6</c:v>
                </c:pt>
                <c:pt idx="10">
                  <c:v>0</c:v>
                </c:pt>
                <c:pt idx="11">
                  <c:v>3</c:v>
                </c:pt>
                <c:pt idx="12">
                  <c:v>0</c:v>
                </c:pt>
                <c:pt idx="13">
                  <c:v>10</c:v>
                </c:pt>
                <c:pt idx="14">
                  <c:v>5</c:v>
                </c:pt>
                <c:pt idx="15">
                  <c:v>4</c:v>
                </c:pt>
                <c:pt idx="16">
                  <c:v>3</c:v>
                </c:pt>
                <c:pt idx="17">
                  <c:v>4</c:v>
                </c:pt>
                <c:pt idx="18">
                  <c:v>4</c:v>
                </c:pt>
                <c:pt idx="19">
                  <c:v>2</c:v>
                </c:pt>
                <c:pt idx="20">
                  <c:v>3</c:v>
                </c:pt>
                <c:pt idx="21">
                  <c:v>6</c:v>
                </c:pt>
                <c:pt idx="22">
                  <c:v>4</c:v>
                </c:pt>
                <c:pt idx="23">
                  <c:v>3</c:v>
                </c:pt>
                <c:pt idx="24">
                  <c:v>9</c:v>
                </c:pt>
              </c:numCache>
            </c:numRef>
          </c:val>
          <c:extLst xmlns:c16r2="http://schemas.microsoft.com/office/drawing/2015/06/chart">
            <c:ext xmlns:c16="http://schemas.microsoft.com/office/drawing/2014/chart" uri="{C3380CC4-5D6E-409C-BE32-E72D297353CC}">
              <c16:uniqueId val="{00000006-298E-4ED2-89B2-2AC9A0F37379}"/>
            </c:ext>
          </c:extLst>
        </c:ser>
        <c:ser>
          <c:idx val="1"/>
          <c:order val="1"/>
          <c:tx>
            <c:strRef>
              <c:f>'[np Charts.xlsx]A-Total defects cleaning'!$C$1</c:f>
              <c:strCache>
                <c:ptCount val="1"/>
                <c:pt idx="0">
                  <c:v>UCL</c:v>
                </c:pt>
              </c:strCache>
            </c:strRef>
          </c:tx>
          <c:spPr>
            <a:ln w="12700">
              <a:solidFill>
                <a:srgbClr val="FF0000"/>
              </a:solidFill>
              <a:prstDash val="lgDash"/>
            </a:ln>
            <a:effectLst/>
          </c:spPr>
          <c:marker>
            <c:symbol val="none"/>
          </c:marker>
          <c:dLbls>
            <c:dLbl>
              <c:idx val="1"/>
              <c:tx>
                <c:rich>
                  <a:bodyPr/>
                  <a:lstStyle/>
                  <a:p>
                    <a:pPr>
                      <a:defRPr/>
                    </a:pPr>
                    <a:r>
                      <a:rPr lang="en-US"/>
                      <a:t>UCL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298E-4ED2-89B2-2AC9A0F37379}"/>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298E-4ED2-89B2-2AC9A0F37379}"/>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cleaning'!$C$2:$C$26</c:f>
              <c:numCache>
                <c:formatCode>General</c:formatCode>
                <c:ptCount val="25"/>
                <c:pt idx="0">
                  <c:v>11.425865259841522</c:v>
                </c:pt>
                <c:pt idx="1">
                  <c:v>11.425865259841522</c:v>
                </c:pt>
                <c:pt idx="2">
                  <c:v>11.425865259841522</c:v>
                </c:pt>
                <c:pt idx="3">
                  <c:v>11.425865259841522</c:v>
                </c:pt>
                <c:pt idx="4">
                  <c:v>11.425865259841522</c:v>
                </c:pt>
                <c:pt idx="5">
                  <c:v>11.425865259841522</c:v>
                </c:pt>
                <c:pt idx="6">
                  <c:v>11.425865259841522</c:v>
                </c:pt>
                <c:pt idx="7">
                  <c:v>11.425865259841522</c:v>
                </c:pt>
                <c:pt idx="8">
                  <c:v>11.425865259841522</c:v>
                </c:pt>
                <c:pt idx="9">
                  <c:v>11.425865259841522</c:v>
                </c:pt>
                <c:pt idx="10">
                  <c:v>11.425865259841522</c:v>
                </c:pt>
                <c:pt idx="11">
                  <c:v>11.425865259841522</c:v>
                </c:pt>
                <c:pt idx="12">
                  <c:v>11.425865259841522</c:v>
                </c:pt>
                <c:pt idx="13">
                  <c:v>11.425865259841522</c:v>
                </c:pt>
                <c:pt idx="14">
                  <c:v>11.425865259841522</c:v>
                </c:pt>
                <c:pt idx="15">
                  <c:v>11.425865259841522</c:v>
                </c:pt>
                <c:pt idx="16">
                  <c:v>11.425865259841522</c:v>
                </c:pt>
                <c:pt idx="17">
                  <c:v>11.425865259841522</c:v>
                </c:pt>
                <c:pt idx="18">
                  <c:v>11.425865259841522</c:v>
                </c:pt>
                <c:pt idx="19">
                  <c:v>11.425865259841522</c:v>
                </c:pt>
                <c:pt idx="20">
                  <c:v>11.425865259841522</c:v>
                </c:pt>
                <c:pt idx="21">
                  <c:v>11.425865259841522</c:v>
                </c:pt>
                <c:pt idx="22">
                  <c:v>11.425865259841522</c:v>
                </c:pt>
                <c:pt idx="23">
                  <c:v>11.425865259841522</c:v>
                </c:pt>
                <c:pt idx="24">
                  <c:v>11.425865259841522</c:v>
                </c:pt>
              </c:numCache>
            </c:numRef>
          </c:val>
          <c:extLst xmlns:c16r2="http://schemas.microsoft.com/office/drawing/2015/06/chart">
            <c:ext xmlns:c16="http://schemas.microsoft.com/office/drawing/2014/chart" uri="{C3380CC4-5D6E-409C-BE32-E72D297353CC}">
              <c16:uniqueId val="{00000009-298E-4ED2-89B2-2AC9A0F37379}"/>
            </c:ext>
          </c:extLst>
        </c:ser>
        <c:ser>
          <c:idx val="2"/>
          <c:order val="2"/>
          <c:tx>
            <c:strRef>
              <c:f>'[np Charts.xlsx]A-Total defects cleaning'!$D$1</c:f>
              <c:strCache>
                <c:ptCount val="1"/>
                <c:pt idx="0">
                  <c:v> +2 Sigma</c:v>
                </c:pt>
              </c:strCache>
            </c:strRef>
          </c:tx>
          <c:spPr>
            <a:ln w="25400">
              <a:noFill/>
            </a:ln>
            <a:effectLst/>
          </c:spPr>
          <c:marker>
            <c:symbol val="none"/>
          </c:marker>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cleaning'!$D$2:$D$26</c:f>
              <c:numCache>
                <c:formatCode>General</c:formatCode>
                <c:ptCount val="25"/>
                <c:pt idx="0">
                  <c:v>9.2439101732276683</c:v>
                </c:pt>
                <c:pt idx="1">
                  <c:v>9.2439101732276683</c:v>
                </c:pt>
                <c:pt idx="2">
                  <c:v>9.2439101732276683</c:v>
                </c:pt>
                <c:pt idx="3">
                  <c:v>9.2439101732276683</c:v>
                </c:pt>
                <c:pt idx="4">
                  <c:v>9.2439101732276683</c:v>
                </c:pt>
                <c:pt idx="5">
                  <c:v>9.2439101732276683</c:v>
                </c:pt>
                <c:pt idx="6">
                  <c:v>9.2439101732276683</c:v>
                </c:pt>
                <c:pt idx="7">
                  <c:v>9.2439101732276683</c:v>
                </c:pt>
                <c:pt idx="8">
                  <c:v>9.2439101732276683</c:v>
                </c:pt>
                <c:pt idx="9">
                  <c:v>9.2439101732276683</c:v>
                </c:pt>
                <c:pt idx="10">
                  <c:v>9.2439101732276683</c:v>
                </c:pt>
                <c:pt idx="11">
                  <c:v>9.2439101732276683</c:v>
                </c:pt>
                <c:pt idx="12">
                  <c:v>9.2439101732276683</c:v>
                </c:pt>
                <c:pt idx="13">
                  <c:v>9.2439101732276683</c:v>
                </c:pt>
                <c:pt idx="14">
                  <c:v>9.2439101732276683</c:v>
                </c:pt>
                <c:pt idx="15">
                  <c:v>9.2439101732276683</c:v>
                </c:pt>
                <c:pt idx="16">
                  <c:v>9.2439101732276683</c:v>
                </c:pt>
                <c:pt idx="17">
                  <c:v>9.2439101732276683</c:v>
                </c:pt>
                <c:pt idx="18">
                  <c:v>9.2439101732276683</c:v>
                </c:pt>
                <c:pt idx="19">
                  <c:v>9.2439101732276683</c:v>
                </c:pt>
                <c:pt idx="20">
                  <c:v>9.2439101732276683</c:v>
                </c:pt>
                <c:pt idx="21">
                  <c:v>9.2439101732276683</c:v>
                </c:pt>
                <c:pt idx="22">
                  <c:v>9.2439101732276683</c:v>
                </c:pt>
                <c:pt idx="23">
                  <c:v>9.2439101732276683</c:v>
                </c:pt>
                <c:pt idx="24">
                  <c:v>9.2439101732276683</c:v>
                </c:pt>
              </c:numCache>
            </c:numRef>
          </c:val>
          <c:extLst xmlns:c16r2="http://schemas.microsoft.com/office/drawing/2015/06/chart">
            <c:ext xmlns:c16="http://schemas.microsoft.com/office/drawing/2014/chart" uri="{C3380CC4-5D6E-409C-BE32-E72D297353CC}">
              <c16:uniqueId val="{0000000A-298E-4ED2-89B2-2AC9A0F37379}"/>
            </c:ext>
          </c:extLst>
        </c:ser>
        <c:ser>
          <c:idx val="3"/>
          <c:order val="3"/>
          <c:tx>
            <c:strRef>
              <c:f>'[np Charts.xlsx]A-Total defects cleaning'!$E$1</c:f>
              <c:strCache>
                <c:ptCount val="1"/>
                <c:pt idx="0">
                  <c:v> +1 Sigma</c:v>
                </c:pt>
              </c:strCache>
            </c:strRef>
          </c:tx>
          <c:spPr>
            <a:ln w="25400">
              <a:noFill/>
            </a:ln>
            <a:effectLst/>
          </c:spPr>
          <c:marker>
            <c:symbol val="none"/>
          </c:marker>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cleaning'!$E$2:$E$26</c:f>
              <c:numCache>
                <c:formatCode>General</c:formatCode>
                <c:ptCount val="25"/>
                <c:pt idx="0">
                  <c:v>7.0619550866138372</c:v>
                </c:pt>
                <c:pt idx="1">
                  <c:v>7.0619550866138372</c:v>
                </c:pt>
                <c:pt idx="2">
                  <c:v>7.0619550866138372</c:v>
                </c:pt>
                <c:pt idx="3">
                  <c:v>7.0619550866138372</c:v>
                </c:pt>
                <c:pt idx="4">
                  <c:v>7.0619550866138372</c:v>
                </c:pt>
                <c:pt idx="5">
                  <c:v>7.0619550866138372</c:v>
                </c:pt>
                <c:pt idx="6">
                  <c:v>7.0619550866138372</c:v>
                </c:pt>
                <c:pt idx="7">
                  <c:v>7.0619550866138372</c:v>
                </c:pt>
                <c:pt idx="8">
                  <c:v>7.0619550866138372</c:v>
                </c:pt>
                <c:pt idx="9">
                  <c:v>7.0619550866138372</c:v>
                </c:pt>
                <c:pt idx="10">
                  <c:v>7.0619550866138372</c:v>
                </c:pt>
                <c:pt idx="11">
                  <c:v>7.0619550866138372</c:v>
                </c:pt>
                <c:pt idx="12">
                  <c:v>7.0619550866138372</c:v>
                </c:pt>
                <c:pt idx="13">
                  <c:v>7.0619550866138372</c:v>
                </c:pt>
                <c:pt idx="14">
                  <c:v>7.0619550866138372</c:v>
                </c:pt>
                <c:pt idx="15">
                  <c:v>7.0619550866138372</c:v>
                </c:pt>
                <c:pt idx="16">
                  <c:v>7.0619550866138372</c:v>
                </c:pt>
                <c:pt idx="17">
                  <c:v>7.0619550866138372</c:v>
                </c:pt>
                <c:pt idx="18">
                  <c:v>7.0619550866138372</c:v>
                </c:pt>
                <c:pt idx="19">
                  <c:v>7.0619550866138372</c:v>
                </c:pt>
                <c:pt idx="20">
                  <c:v>7.0619550866138372</c:v>
                </c:pt>
                <c:pt idx="21">
                  <c:v>7.0619550866138372</c:v>
                </c:pt>
                <c:pt idx="22">
                  <c:v>7.0619550866138372</c:v>
                </c:pt>
                <c:pt idx="23">
                  <c:v>7.0619550866138372</c:v>
                </c:pt>
                <c:pt idx="24">
                  <c:v>7.0619550866138372</c:v>
                </c:pt>
              </c:numCache>
            </c:numRef>
          </c:val>
          <c:extLst xmlns:c16r2="http://schemas.microsoft.com/office/drawing/2015/06/chart">
            <c:ext xmlns:c16="http://schemas.microsoft.com/office/drawing/2014/chart" uri="{C3380CC4-5D6E-409C-BE32-E72D297353CC}">
              <c16:uniqueId val="{0000000B-298E-4ED2-89B2-2AC9A0F37379}"/>
            </c:ext>
          </c:extLst>
        </c:ser>
        <c:ser>
          <c:idx val="4"/>
          <c:order val="4"/>
          <c:tx>
            <c:strRef>
              <c:f>'[np Charts.xlsx]A-Total defects cleaning'!$F$1</c:f>
              <c:strCache>
                <c:ptCount val="1"/>
                <c:pt idx="0">
                  <c:v>Average</c:v>
                </c:pt>
              </c:strCache>
            </c:strRef>
          </c:tx>
          <c:spPr>
            <a:ln w="12700">
              <a:solidFill>
                <a:srgbClr val="00FFFF"/>
              </a:solidFill>
              <a:prstDash val="solid"/>
            </a:ln>
            <a:effectLst/>
          </c:spPr>
          <c:marker>
            <c:symbol val="none"/>
          </c:marker>
          <c:dLbls>
            <c:dLbl>
              <c:idx val="1"/>
              <c:tx>
                <c:rich>
                  <a:bodyPr/>
                  <a:lstStyle/>
                  <a:p>
                    <a:pPr>
                      <a:defRPr/>
                    </a:pPr>
                    <a:r>
                      <a:rPr lang="en-US"/>
                      <a:t>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C-298E-4ED2-89B2-2AC9A0F37379}"/>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D-298E-4ED2-89B2-2AC9A0F37379}"/>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cleaning'!$F$2:$F$26</c:f>
              <c:numCache>
                <c:formatCode>General</c:formatCode>
                <c:ptCount val="25"/>
                <c:pt idx="0">
                  <c:v>4.88</c:v>
                </c:pt>
                <c:pt idx="1">
                  <c:v>4.88</c:v>
                </c:pt>
                <c:pt idx="2">
                  <c:v>4.88</c:v>
                </c:pt>
                <c:pt idx="3">
                  <c:v>4.88</c:v>
                </c:pt>
                <c:pt idx="4">
                  <c:v>4.88</c:v>
                </c:pt>
                <c:pt idx="5">
                  <c:v>4.88</c:v>
                </c:pt>
                <c:pt idx="6">
                  <c:v>4.88</c:v>
                </c:pt>
                <c:pt idx="7">
                  <c:v>4.88</c:v>
                </c:pt>
                <c:pt idx="8">
                  <c:v>4.88</c:v>
                </c:pt>
                <c:pt idx="9">
                  <c:v>4.88</c:v>
                </c:pt>
                <c:pt idx="10">
                  <c:v>4.88</c:v>
                </c:pt>
                <c:pt idx="11">
                  <c:v>4.88</c:v>
                </c:pt>
                <c:pt idx="12">
                  <c:v>4.88</c:v>
                </c:pt>
                <c:pt idx="13">
                  <c:v>4.88</c:v>
                </c:pt>
                <c:pt idx="14">
                  <c:v>4.88</c:v>
                </c:pt>
                <c:pt idx="15">
                  <c:v>4.88</c:v>
                </c:pt>
                <c:pt idx="16">
                  <c:v>4.88</c:v>
                </c:pt>
                <c:pt idx="17">
                  <c:v>4.88</c:v>
                </c:pt>
                <c:pt idx="18">
                  <c:v>4.88</c:v>
                </c:pt>
                <c:pt idx="19">
                  <c:v>4.88</c:v>
                </c:pt>
                <c:pt idx="20">
                  <c:v>4.88</c:v>
                </c:pt>
                <c:pt idx="21">
                  <c:v>4.88</c:v>
                </c:pt>
                <c:pt idx="22">
                  <c:v>4.88</c:v>
                </c:pt>
                <c:pt idx="23">
                  <c:v>4.88</c:v>
                </c:pt>
                <c:pt idx="24">
                  <c:v>4.88</c:v>
                </c:pt>
              </c:numCache>
            </c:numRef>
          </c:val>
          <c:extLst xmlns:c16r2="http://schemas.microsoft.com/office/drawing/2015/06/chart">
            <c:ext xmlns:c16="http://schemas.microsoft.com/office/drawing/2014/chart" uri="{C3380CC4-5D6E-409C-BE32-E72D297353CC}">
              <c16:uniqueId val="{0000000E-298E-4ED2-89B2-2AC9A0F37379}"/>
            </c:ext>
          </c:extLst>
        </c:ser>
        <c:ser>
          <c:idx val="5"/>
          <c:order val="5"/>
          <c:tx>
            <c:strRef>
              <c:f>'[np Charts.xlsx]A-Total defects cleaning'!$G$1</c:f>
              <c:strCache>
                <c:ptCount val="1"/>
                <c:pt idx="0">
                  <c:v> -1 Sigma</c:v>
                </c:pt>
              </c:strCache>
            </c:strRef>
          </c:tx>
          <c:spPr>
            <a:ln w="25400">
              <a:noFill/>
            </a:ln>
            <a:effectLst/>
          </c:spPr>
          <c:marker>
            <c:symbol val="none"/>
          </c:marker>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cleaning'!$G$2:$G$26</c:f>
              <c:numCache>
                <c:formatCode>General</c:formatCode>
                <c:ptCount val="25"/>
                <c:pt idx="0">
                  <c:v>2.6980449133861595</c:v>
                </c:pt>
                <c:pt idx="1">
                  <c:v>2.6980449133861595</c:v>
                </c:pt>
                <c:pt idx="2">
                  <c:v>2.6980449133861595</c:v>
                </c:pt>
                <c:pt idx="3">
                  <c:v>2.6980449133861595</c:v>
                </c:pt>
                <c:pt idx="4">
                  <c:v>2.6980449133861595</c:v>
                </c:pt>
                <c:pt idx="5">
                  <c:v>2.6980449133861595</c:v>
                </c:pt>
                <c:pt idx="6">
                  <c:v>2.6980449133861595</c:v>
                </c:pt>
                <c:pt idx="7">
                  <c:v>2.6980449133861595</c:v>
                </c:pt>
                <c:pt idx="8">
                  <c:v>2.6980449133861595</c:v>
                </c:pt>
                <c:pt idx="9">
                  <c:v>2.6980449133861595</c:v>
                </c:pt>
                <c:pt idx="10">
                  <c:v>2.6980449133861595</c:v>
                </c:pt>
                <c:pt idx="11">
                  <c:v>2.6980449133861595</c:v>
                </c:pt>
                <c:pt idx="12">
                  <c:v>2.6980449133861595</c:v>
                </c:pt>
                <c:pt idx="13">
                  <c:v>2.6980449133861595</c:v>
                </c:pt>
                <c:pt idx="14">
                  <c:v>2.6980449133861595</c:v>
                </c:pt>
                <c:pt idx="15">
                  <c:v>2.6980449133861595</c:v>
                </c:pt>
                <c:pt idx="16">
                  <c:v>2.6980449133861595</c:v>
                </c:pt>
                <c:pt idx="17">
                  <c:v>2.6980449133861595</c:v>
                </c:pt>
                <c:pt idx="18">
                  <c:v>2.6980449133861595</c:v>
                </c:pt>
                <c:pt idx="19">
                  <c:v>2.6980449133861595</c:v>
                </c:pt>
                <c:pt idx="20">
                  <c:v>2.6980449133861595</c:v>
                </c:pt>
                <c:pt idx="21">
                  <c:v>2.6980449133861595</c:v>
                </c:pt>
                <c:pt idx="22">
                  <c:v>2.6980449133861595</c:v>
                </c:pt>
                <c:pt idx="23">
                  <c:v>2.6980449133861595</c:v>
                </c:pt>
                <c:pt idx="24">
                  <c:v>2.6980449133861595</c:v>
                </c:pt>
              </c:numCache>
            </c:numRef>
          </c:val>
          <c:extLst xmlns:c16r2="http://schemas.microsoft.com/office/drawing/2015/06/chart">
            <c:ext xmlns:c16="http://schemas.microsoft.com/office/drawing/2014/chart" uri="{C3380CC4-5D6E-409C-BE32-E72D297353CC}">
              <c16:uniqueId val="{0000000F-298E-4ED2-89B2-2AC9A0F37379}"/>
            </c:ext>
          </c:extLst>
        </c:ser>
        <c:ser>
          <c:idx val="6"/>
          <c:order val="6"/>
          <c:tx>
            <c:strRef>
              <c:f>'[np Charts.xlsx]A-Total defects cleaning'!$H$1</c:f>
              <c:strCache>
                <c:ptCount val="1"/>
                <c:pt idx="0">
                  <c:v> -2 Sigma</c:v>
                </c:pt>
              </c:strCache>
            </c:strRef>
          </c:tx>
          <c:spPr>
            <a:ln w="25400">
              <a:noFill/>
            </a:ln>
            <a:effectLst/>
          </c:spPr>
          <c:marker>
            <c:symbol val="none"/>
          </c:marker>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cleaning'!$H$2:$H$26</c:f>
              <c:numCache>
                <c:formatCode>General</c:formatCode>
                <c:ptCount val="25"/>
                <c:pt idx="0">
                  <c:v>0.5160898267723244</c:v>
                </c:pt>
                <c:pt idx="1">
                  <c:v>0.5160898267723244</c:v>
                </c:pt>
                <c:pt idx="2">
                  <c:v>0.5160898267723244</c:v>
                </c:pt>
                <c:pt idx="3">
                  <c:v>0.5160898267723244</c:v>
                </c:pt>
                <c:pt idx="4">
                  <c:v>0.5160898267723244</c:v>
                </c:pt>
                <c:pt idx="5">
                  <c:v>0.5160898267723244</c:v>
                </c:pt>
                <c:pt idx="6">
                  <c:v>0.5160898267723244</c:v>
                </c:pt>
                <c:pt idx="7">
                  <c:v>0.5160898267723244</c:v>
                </c:pt>
                <c:pt idx="8">
                  <c:v>0.5160898267723244</c:v>
                </c:pt>
                <c:pt idx="9">
                  <c:v>0.5160898267723244</c:v>
                </c:pt>
                <c:pt idx="10">
                  <c:v>0.5160898267723244</c:v>
                </c:pt>
                <c:pt idx="11">
                  <c:v>0.5160898267723244</c:v>
                </c:pt>
                <c:pt idx="12">
                  <c:v>0.5160898267723244</c:v>
                </c:pt>
                <c:pt idx="13">
                  <c:v>0.5160898267723244</c:v>
                </c:pt>
                <c:pt idx="14">
                  <c:v>0.5160898267723244</c:v>
                </c:pt>
                <c:pt idx="15">
                  <c:v>0.5160898267723244</c:v>
                </c:pt>
                <c:pt idx="16">
                  <c:v>0.5160898267723244</c:v>
                </c:pt>
                <c:pt idx="17">
                  <c:v>0.5160898267723244</c:v>
                </c:pt>
                <c:pt idx="18">
                  <c:v>0.5160898267723244</c:v>
                </c:pt>
                <c:pt idx="19">
                  <c:v>0.5160898267723244</c:v>
                </c:pt>
                <c:pt idx="20">
                  <c:v>0.5160898267723244</c:v>
                </c:pt>
                <c:pt idx="21">
                  <c:v>0.5160898267723244</c:v>
                </c:pt>
                <c:pt idx="22">
                  <c:v>0.5160898267723244</c:v>
                </c:pt>
                <c:pt idx="23">
                  <c:v>0.5160898267723244</c:v>
                </c:pt>
                <c:pt idx="24">
                  <c:v>0.5160898267723244</c:v>
                </c:pt>
              </c:numCache>
            </c:numRef>
          </c:val>
          <c:extLst xmlns:c16r2="http://schemas.microsoft.com/office/drawing/2015/06/chart">
            <c:ext xmlns:c16="http://schemas.microsoft.com/office/drawing/2014/chart" uri="{C3380CC4-5D6E-409C-BE32-E72D297353CC}">
              <c16:uniqueId val="{00000010-298E-4ED2-89B2-2AC9A0F37379}"/>
            </c:ext>
          </c:extLst>
        </c:ser>
        <c:ser>
          <c:idx val="7"/>
          <c:order val="7"/>
          <c:tx>
            <c:strRef>
              <c:f>'[np Charts.xlsx]A-Total defects cleaning'!$I$1</c:f>
              <c:strCache>
                <c:ptCount val="1"/>
                <c:pt idx="0">
                  <c:v>LCL</c:v>
                </c:pt>
              </c:strCache>
            </c:strRef>
          </c:tx>
          <c:spPr>
            <a:ln w="12700">
              <a:solidFill>
                <a:srgbClr val="FF0000"/>
              </a:solidFill>
              <a:prstDash val="lgDash"/>
            </a:ln>
            <a:effectLst/>
          </c:spPr>
          <c:marker>
            <c:symbol val="none"/>
          </c:marker>
          <c:cat>
            <c:strRef>
              <c:f>'[np Charts.xlsx]A-Total defects cleaning'!$A$2:$A$26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cleaning'!$I$2:$I$26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11-298E-4ED2-89B2-2AC9A0F37379}"/>
            </c:ext>
          </c:extLst>
        </c:ser>
        <c:marker val="1"/>
        <c:axId val="124184448"/>
        <c:axId val="124194816"/>
      </c:lineChart>
      <c:catAx>
        <c:axId val="124184448"/>
        <c:scaling>
          <c:orientation val="minMax"/>
        </c:scaling>
        <c:axPos val="b"/>
        <c:title>
          <c:tx>
            <c:rich>
              <a:bodyPr/>
              <a:lstStyle/>
              <a:p>
                <a:pPr>
                  <a:defRPr/>
                </a:pPr>
                <a:r>
                  <a:rPr lang="en-IN"/>
                  <a:t>Batch 1 - Batch 25</a:t>
                </a:r>
              </a:p>
            </c:rich>
          </c:tx>
        </c:title>
        <c:numFmt formatCode="General" sourceLinked="0"/>
        <c:tickLblPos val="nextTo"/>
        <c:crossAx val="124194816"/>
        <c:crosses val="autoZero"/>
        <c:lblAlgn val="ctr"/>
        <c:lblOffset val="100"/>
      </c:catAx>
      <c:valAx>
        <c:axId val="124194816"/>
        <c:scaling>
          <c:orientation val="minMax"/>
        </c:scaling>
        <c:axPos val="l"/>
        <c:title>
          <c:tx>
            <c:rich>
              <a:bodyPr/>
              <a:lstStyle/>
              <a:p>
                <a:pPr>
                  <a:defRPr/>
                </a:pPr>
                <a:r>
                  <a:rPr lang="en-IN"/>
                  <a:t>Defects</a:t>
                </a:r>
              </a:p>
            </c:rich>
          </c:tx>
        </c:title>
        <c:numFmt formatCode="General" sourceLinked="1"/>
        <c:tickLblPos val="nextTo"/>
        <c:crossAx val="124184448"/>
        <c:crosses val="autoZero"/>
        <c:crossBetween val="midCat"/>
      </c:valAx>
      <c:spPr>
        <a:noFill/>
        <a:ln w="25400">
          <a:noFill/>
        </a:ln>
      </c:spPr>
    </c:plotArea>
    <c:plotVisOnly val="1"/>
    <c:dispBlanksAs val="gap"/>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a:pPr>
            <a:r>
              <a:rPr lang="en-IN"/>
              <a:t>Total Defects np Chart  for Visual</a:t>
            </a:r>
            <a:r>
              <a:rPr lang="en-IN" baseline="0"/>
              <a:t> Inspection process</a:t>
            </a:r>
            <a:endParaRPr lang="en-IN"/>
          </a:p>
        </c:rich>
      </c:tx>
    </c:title>
    <c:plotArea>
      <c:layout/>
      <c:lineChart>
        <c:grouping val="standard"/>
        <c:ser>
          <c:idx val="0"/>
          <c:order val="0"/>
          <c:tx>
            <c:strRef>
              <c:f>'[np Charts.xlsx]A-Total defects visual'!$B$1</c:f>
              <c:strCache>
                <c:ptCount val="1"/>
                <c:pt idx="0">
                  <c:v>Data1</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dPt>
            <c:idx val="11"/>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0-C571-4533-9161-35D50DF865C1}"/>
              </c:ext>
            </c:extLst>
          </c:dPt>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visual'!$B$2:$B$26</c:f>
              <c:numCache>
                <c:formatCode>General</c:formatCode>
                <c:ptCount val="25"/>
                <c:pt idx="0">
                  <c:v>2</c:v>
                </c:pt>
                <c:pt idx="1">
                  <c:v>1</c:v>
                </c:pt>
                <c:pt idx="2">
                  <c:v>2</c:v>
                </c:pt>
                <c:pt idx="3">
                  <c:v>3</c:v>
                </c:pt>
                <c:pt idx="4">
                  <c:v>1</c:v>
                </c:pt>
                <c:pt idx="5">
                  <c:v>2</c:v>
                </c:pt>
                <c:pt idx="6">
                  <c:v>1</c:v>
                </c:pt>
                <c:pt idx="7">
                  <c:v>1</c:v>
                </c:pt>
                <c:pt idx="8">
                  <c:v>2</c:v>
                </c:pt>
                <c:pt idx="9">
                  <c:v>1</c:v>
                </c:pt>
                <c:pt idx="10">
                  <c:v>2</c:v>
                </c:pt>
                <c:pt idx="11">
                  <c:v>5</c:v>
                </c:pt>
                <c:pt idx="12">
                  <c:v>2</c:v>
                </c:pt>
                <c:pt idx="13">
                  <c:v>0</c:v>
                </c:pt>
                <c:pt idx="14">
                  <c:v>1</c:v>
                </c:pt>
                <c:pt idx="15">
                  <c:v>2</c:v>
                </c:pt>
                <c:pt idx="16">
                  <c:v>0</c:v>
                </c:pt>
                <c:pt idx="17">
                  <c:v>2</c:v>
                </c:pt>
                <c:pt idx="18">
                  <c:v>0</c:v>
                </c:pt>
                <c:pt idx="19">
                  <c:v>1</c:v>
                </c:pt>
                <c:pt idx="20">
                  <c:v>1</c:v>
                </c:pt>
                <c:pt idx="21">
                  <c:v>2</c:v>
                </c:pt>
                <c:pt idx="22">
                  <c:v>1</c:v>
                </c:pt>
                <c:pt idx="23">
                  <c:v>1</c:v>
                </c:pt>
                <c:pt idx="24">
                  <c:v>2</c:v>
                </c:pt>
              </c:numCache>
            </c:numRef>
          </c:val>
          <c:extLst xmlns:c16r2="http://schemas.microsoft.com/office/drawing/2015/06/chart">
            <c:ext xmlns:c16="http://schemas.microsoft.com/office/drawing/2014/chart" uri="{C3380CC4-5D6E-409C-BE32-E72D297353CC}">
              <c16:uniqueId val="{00000001-C571-4533-9161-35D50DF865C1}"/>
            </c:ext>
          </c:extLst>
        </c:ser>
        <c:ser>
          <c:idx val="1"/>
          <c:order val="1"/>
          <c:tx>
            <c:strRef>
              <c:f>'[np Charts.xlsx]A-Total defects visual'!$C$1</c:f>
              <c:strCache>
                <c:ptCount val="1"/>
                <c:pt idx="0">
                  <c:v>UCL</c:v>
                </c:pt>
              </c:strCache>
            </c:strRef>
          </c:tx>
          <c:spPr>
            <a:ln w="12700">
              <a:solidFill>
                <a:srgbClr val="FF0000"/>
              </a:solidFill>
              <a:prstDash val="lgDash"/>
            </a:ln>
            <a:effectLst/>
          </c:spPr>
          <c:marker>
            <c:symbol val="none"/>
          </c:marker>
          <c:dLbls>
            <c:dLbl>
              <c:idx val="1"/>
              <c:tx>
                <c:rich>
                  <a:bodyPr/>
                  <a:lstStyle/>
                  <a:p>
                    <a:pPr>
                      <a:defRPr/>
                    </a:pPr>
                    <a:r>
                      <a:rPr lang="en-US"/>
                      <a:t>UCL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C571-4533-9161-35D50DF865C1}"/>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C571-4533-9161-35D50DF865C1}"/>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visual'!$C$2:$C$26</c:f>
              <c:numCache>
                <c:formatCode>General</c:formatCode>
                <c:ptCount val="25"/>
                <c:pt idx="0">
                  <c:v>4.8487835616032466</c:v>
                </c:pt>
                <c:pt idx="1">
                  <c:v>4.8487835616032466</c:v>
                </c:pt>
                <c:pt idx="2">
                  <c:v>4.8487835616032466</c:v>
                </c:pt>
                <c:pt idx="3">
                  <c:v>4.8487835616032466</c:v>
                </c:pt>
                <c:pt idx="4">
                  <c:v>4.8487835616032466</c:v>
                </c:pt>
                <c:pt idx="5">
                  <c:v>4.8487835616032466</c:v>
                </c:pt>
                <c:pt idx="6">
                  <c:v>4.8487835616032466</c:v>
                </c:pt>
                <c:pt idx="7">
                  <c:v>4.8487835616032466</c:v>
                </c:pt>
                <c:pt idx="8">
                  <c:v>4.8487835616032466</c:v>
                </c:pt>
                <c:pt idx="9">
                  <c:v>4.8487835616032466</c:v>
                </c:pt>
                <c:pt idx="10">
                  <c:v>4.8487835616032466</c:v>
                </c:pt>
                <c:pt idx="11">
                  <c:v>4.8487835616032466</c:v>
                </c:pt>
                <c:pt idx="12">
                  <c:v>4.8487835616032466</c:v>
                </c:pt>
                <c:pt idx="13">
                  <c:v>4.8487835616032466</c:v>
                </c:pt>
                <c:pt idx="14">
                  <c:v>4.8487835616032466</c:v>
                </c:pt>
                <c:pt idx="15">
                  <c:v>4.8487835616032466</c:v>
                </c:pt>
                <c:pt idx="16">
                  <c:v>4.8487835616032466</c:v>
                </c:pt>
                <c:pt idx="17">
                  <c:v>4.8487835616032466</c:v>
                </c:pt>
                <c:pt idx="18">
                  <c:v>4.8487835616032466</c:v>
                </c:pt>
                <c:pt idx="19">
                  <c:v>4.8487835616032466</c:v>
                </c:pt>
                <c:pt idx="20">
                  <c:v>4.8487835616032466</c:v>
                </c:pt>
                <c:pt idx="21">
                  <c:v>4.8487835616032466</c:v>
                </c:pt>
                <c:pt idx="22">
                  <c:v>4.8487835616032466</c:v>
                </c:pt>
                <c:pt idx="23">
                  <c:v>4.8487835616032466</c:v>
                </c:pt>
                <c:pt idx="24">
                  <c:v>4.8487835616032466</c:v>
                </c:pt>
              </c:numCache>
            </c:numRef>
          </c:val>
          <c:extLst xmlns:c16r2="http://schemas.microsoft.com/office/drawing/2015/06/chart">
            <c:ext xmlns:c16="http://schemas.microsoft.com/office/drawing/2014/chart" uri="{C3380CC4-5D6E-409C-BE32-E72D297353CC}">
              <c16:uniqueId val="{00000004-C571-4533-9161-35D50DF865C1}"/>
            </c:ext>
          </c:extLst>
        </c:ser>
        <c:ser>
          <c:idx val="2"/>
          <c:order val="2"/>
          <c:tx>
            <c:strRef>
              <c:f>'[np Charts.xlsx]A-Total defects visual'!$D$1</c:f>
              <c:strCache>
                <c:ptCount val="1"/>
                <c:pt idx="0">
                  <c:v> +2 Sigma</c:v>
                </c:pt>
              </c:strCache>
            </c:strRef>
          </c:tx>
          <c:spPr>
            <a:ln w="25400">
              <a:noFill/>
            </a:ln>
            <a:effectLst/>
          </c:spPr>
          <c:marker>
            <c:symbol val="none"/>
          </c:marker>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visual'!$D$2:$D$26</c:f>
              <c:numCache>
                <c:formatCode>General</c:formatCode>
                <c:ptCount val="25"/>
                <c:pt idx="0">
                  <c:v>3.7391890410688315</c:v>
                </c:pt>
                <c:pt idx="1">
                  <c:v>3.7391890410688315</c:v>
                </c:pt>
                <c:pt idx="2">
                  <c:v>3.7391890410688315</c:v>
                </c:pt>
                <c:pt idx="3">
                  <c:v>3.7391890410688315</c:v>
                </c:pt>
                <c:pt idx="4">
                  <c:v>3.7391890410688315</c:v>
                </c:pt>
                <c:pt idx="5">
                  <c:v>3.7391890410688315</c:v>
                </c:pt>
                <c:pt idx="6">
                  <c:v>3.7391890410688315</c:v>
                </c:pt>
                <c:pt idx="7">
                  <c:v>3.7391890410688315</c:v>
                </c:pt>
                <c:pt idx="8">
                  <c:v>3.7391890410688315</c:v>
                </c:pt>
                <c:pt idx="9">
                  <c:v>3.7391890410688315</c:v>
                </c:pt>
                <c:pt idx="10">
                  <c:v>3.7391890410688315</c:v>
                </c:pt>
                <c:pt idx="11">
                  <c:v>3.7391890410688315</c:v>
                </c:pt>
                <c:pt idx="12">
                  <c:v>3.7391890410688315</c:v>
                </c:pt>
                <c:pt idx="13">
                  <c:v>3.7391890410688315</c:v>
                </c:pt>
                <c:pt idx="14">
                  <c:v>3.7391890410688315</c:v>
                </c:pt>
                <c:pt idx="15">
                  <c:v>3.7391890410688315</c:v>
                </c:pt>
                <c:pt idx="16">
                  <c:v>3.7391890410688315</c:v>
                </c:pt>
                <c:pt idx="17">
                  <c:v>3.7391890410688315</c:v>
                </c:pt>
                <c:pt idx="18">
                  <c:v>3.7391890410688315</c:v>
                </c:pt>
                <c:pt idx="19">
                  <c:v>3.7391890410688315</c:v>
                </c:pt>
                <c:pt idx="20">
                  <c:v>3.7391890410688315</c:v>
                </c:pt>
                <c:pt idx="21">
                  <c:v>3.7391890410688315</c:v>
                </c:pt>
                <c:pt idx="22">
                  <c:v>3.7391890410688315</c:v>
                </c:pt>
                <c:pt idx="23">
                  <c:v>3.7391890410688315</c:v>
                </c:pt>
                <c:pt idx="24">
                  <c:v>3.7391890410688315</c:v>
                </c:pt>
              </c:numCache>
            </c:numRef>
          </c:val>
          <c:extLst xmlns:c16r2="http://schemas.microsoft.com/office/drawing/2015/06/chart">
            <c:ext xmlns:c16="http://schemas.microsoft.com/office/drawing/2014/chart" uri="{C3380CC4-5D6E-409C-BE32-E72D297353CC}">
              <c16:uniqueId val="{00000005-C571-4533-9161-35D50DF865C1}"/>
            </c:ext>
          </c:extLst>
        </c:ser>
        <c:ser>
          <c:idx val="3"/>
          <c:order val="3"/>
          <c:tx>
            <c:strRef>
              <c:f>'[np Charts.xlsx]A-Total defects visual'!$E$1</c:f>
              <c:strCache>
                <c:ptCount val="1"/>
                <c:pt idx="0">
                  <c:v> +1 Sigma</c:v>
                </c:pt>
              </c:strCache>
            </c:strRef>
          </c:tx>
          <c:spPr>
            <a:ln w="25400">
              <a:noFill/>
            </a:ln>
            <a:effectLst/>
          </c:spPr>
          <c:marker>
            <c:symbol val="none"/>
          </c:marker>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visual'!$E$2:$E$26</c:f>
              <c:numCache>
                <c:formatCode>General</c:formatCode>
                <c:ptCount val="25"/>
                <c:pt idx="0">
                  <c:v>2.62959452053442</c:v>
                </c:pt>
                <c:pt idx="1">
                  <c:v>2.62959452053442</c:v>
                </c:pt>
                <c:pt idx="2">
                  <c:v>2.62959452053442</c:v>
                </c:pt>
                <c:pt idx="3">
                  <c:v>2.62959452053442</c:v>
                </c:pt>
                <c:pt idx="4">
                  <c:v>2.62959452053442</c:v>
                </c:pt>
                <c:pt idx="5">
                  <c:v>2.62959452053442</c:v>
                </c:pt>
                <c:pt idx="6">
                  <c:v>2.62959452053442</c:v>
                </c:pt>
                <c:pt idx="7">
                  <c:v>2.62959452053442</c:v>
                </c:pt>
                <c:pt idx="8">
                  <c:v>2.62959452053442</c:v>
                </c:pt>
                <c:pt idx="9">
                  <c:v>2.62959452053442</c:v>
                </c:pt>
                <c:pt idx="10">
                  <c:v>2.62959452053442</c:v>
                </c:pt>
                <c:pt idx="11">
                  <c:v>2.62959452053442</c:v>
                </c:pt>
                <c:pt idx="12">
                  <c:v>2.62959452053442</c:v>
                </c:pt>
                <c:pt idx="13">
                  <c:v>2.62959452053442</c:v>
                </c:pt>
                <c:pt idx="14">
                  <c:v>2.62959452053442</c:v>
                </c:pt>
                <c:pt idx="15">
                  <c:v>2.62959452053442</c:v>
                </c:pt>
                <c:pt idx="16">
                  <c:v>2.62959452053442</c:v>
                </c:pt>
                <c:pt idx="17">
                  <c:v>2.62959452053442</c:v>
                </c:pt>
                <c:pt idx="18">
                  <c:v>2.62959452053442</c:v>
                </c:pt>
                <c:pt idx="19">
                  <c:v>2.62959452053442</c:v>
                </c:pt>
                <c:pt idx="20">
                  <c:v>2.62959452053442</c:v>
                </c:pt>
                <c:pt idx="21">
                  <c:v>2.62959452053442</c:v>
                </c:pt>
                <c:pt idx="22">
                  <c:v>2.62959452053442</c:v>
                </c:pt>
                <c:pt idx="23">
                  <c:v>2.62959452053442</c:v>
                </c:pt>
                <c:pt idx="24">
                  <c:v>2.62959452053442</c:v>
                </c:pt>
              </c:numCache>
            </c:numRef>
          </c:val>
          <c:extLst xmlns:c16r2="http://schemas.microsoft.com/office/drawing/2015/06/chart">
            <c:ext xmlns:c16="http://schemas.microsoft.com/office/drawing/2014/chart" uri="{C3380CC4-5D6E-409C-BE32-E72D297353CC}">
              <c16:uniqueId val="{00000006-C571-4533-9161-35D50DF865C1}"/>
            </c:ext>
          </c:extLst>
        </c:ser>
        <c:ser>
          <c:idx val="4"/>
          <c:order val="4"/>
          <c:tx>
            <c:strRef>
              <c:f>'[np Charts.xlsx]A-Total defects visual'!$F$1</c:f>
              <c:strCache>
                <c:ptCount val="1"/>
                <c:pt idx="0">
                  <c:v>Average</c:v>
                </c:pt>
              </c:strCache>
            </c:strRef>
          </c:tx>
          <c:spPr>
            <a:ln w="12700">
              <a:solidFill>
                <a:srgbClr val="00FFFF"/>
              </a:solidFill>
              <a:prstDash val="solid"/>
            </a:ln>
            <a:effectLst/>
          </c:spPr>
          <c:marker>
            <c:symbol val="none"/>
          </c:marker>
          <c:dLbls>
            <c:dLbl>
              <c:idx val="1"/>
              <c:tx>
                <c:rich>
                  <a:bodyPr/>
                  <a:lstStyle/>
                  <a:p>
                    <a:pPr>
                      <a:defRPr/>
                    </a:pPr>
                    <a:r>
                      <a:rPr lang="en-US"/>
                      <a:t>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C571-4533-9161-35D50DF865C1}"/>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C571-4533-9161-35D50DF865C1}"/>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visual'!$F$2:$F$26</c:f>
              <c:numCache>
                <c:formatCode>General</c:formatCode>
                <c:ptCount val="25"/>
                <c:pt idx="0">
                  <c:v>1.52</c:v>
                </c:pt>
                <c:pt idx="1">
                  <c:v>1.52</c:v>
                </c:pt>
                <c:pt idx="2">
                  <c:v>1.52</c:v>
                </c:pt>
                <c:pt idx="3">
                  <c:v>1.52</c:v>
                </c:pt>
                <c:pt idx="4">
                  <c:v>1.52</c:v>
                </c:pt>
                <c:pt idx="5">
                  <c:v>1.52</c:v>
                </c:pt>
                <c:pt idx="6">
                  <c:v>1.52</c:v>
                </c:pt>
                <c:pt idx="7">
                  <c:v>1.52</c:v>
                </c:pt>
                <c:pt idx="8">
                  <c:v>1.52</c:v>
                </c:pt>
                <c:pt idx="9">
                  <c:v>1.52</c:v>
                </c:pt>
                <c:pt idx="10">
                  <c:v>1.52</c:v>
                </c:pt>
                <c:pt idx="11">
                  <c:v>1.52</c:v>
                </c:pt>
                <c:pt idx="12">
                  <c:v>1.52</c:v>
                </c:pt>
                <c:pt idx="13">
                  <c:v>1.52</c:v>
                </c:pt>
                <c:pt idx="14">
                  <c:v>1.52</c:v>
                </c:pt>
                <c:pt idx="15">
                  <c:v>1.52</c:v>
                </c:pt>
                <c:pt idx="16">
                  <c:v>1.52</c:v>
                </c:pt>
                <c:pt idx="17">
                  <c:v>1.52</c:v>
                </c:pt>
                <c:pt idx="18">
                  <c:v>1.52</c:v>
                </c:pt>
                <c:pt idx="19">
                  <c:v>1.52</c:v>
                </c:pt>
                <c:pt idx="20">
                  <c:v>1.52</c:v>
                </c:pt>
                <c:pt idx="21">
                  <c:v>1.52</c:v>
                </c:pt>
                <c:pt idx="22">
                  <c:v>1.52</c:v>
                </c:pt>
                <c:pt idx="23">
                  <c:v>1.52</c:v>
                </c:pt>
                <c:pt idx="24">
                  <c:v>1.52</c:v>
                </c:pt>
              </c:numCache>
            </c:numRef>
          </c:val>
          <c:extLst xmlns:c16r2="http://schemas.microsoft.com/office/drawing/2015/06/chart">
            <c:ext xmlns:c16="http://schemas.microsoft.com/office/drawing/2014/chart" uri="{C3380CC4-5D6E-409C-BE32-E72D297353CC}">
              <c16:uniqueId val="{00000009-C571-4533-9161-35D50DF865C1}"/>
            </c:ext>
          </c:extLst>
        </c:ser>
        <c:ser>
          <c:idx val="5"/>
          <c:order val="5"/>
          <c:tx>
            <c:strRef>
              <c:f>'[np Charts.xlsx]A-Total defects visual'!$G$1</c:f>
              <c:strCache>
                <c:ptCount val="1"/>
                <c:pt idx="0">
                  <c:v> -1 Sigma</c:v>
                </c:pt>
              </c:strCache>
            </c:strRef>
          </c:tx>
          <c:spPr>
            <a:ln w="25400">
              <a:noFill/>
            </a:ln>
            <a:effectLst/>
          </c:spPr>
          <c:marker>
            <c:symbol val="none"/>
          </c:marker>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visual'!$G$2:$G$26</c:f>
              <c:numCache>
                <c:formatCode>General</c:formatCode>
                <c:ptCount val="25"/>
                <c:pt idx="0">
                  <c:v>0.41040547946558431</c:v>
                </c:pt>
                <c:pt idx="1">
                  <c:v>0.41040547946558431</c:v>
                </c:pt>
                <c:pt idx="2">
                  <c:v>0.41040547946558431</c:v>
                </c:pt>
                <c:pt idx="3">
                  <c:v>0.41040547946558431</c:v>
                </c:pt>
                <c:pt idx="4">
                  <c:v>0.41040547946558431</c:v>
                </c:pt>
                <c:pt idx="5">
                  <c:v>0.41040547946558431</c:v>
                </c:pt>
                <c:pt idx="6">
                  <c:v>0.41040547946558431</c:v>
                </c:pt>
                <c:pt idx="7">
                  <c:v>0.41040547946558431</c:v>
                </c:pt>
                <c:pt idx="8">
                  <c:v>0.41040547946558431</c:v>
                </c:pt>
                <c:pt idx="9">
                  <c:v>0.41040547946558431</c:v>
                </c:pt>
                <c:pt idx="10">
                  <c:v>0.41040547946558431</c:v>
                </c:pt>
                <c:pt idx="11">
                  <c:v>0.41040547946558431</c:v>
                </c:pt>
                <c:pt idx="12">
                  <c:v>0.41040547946558431</c:v>
                </c:pt>
                <c:pt idx="13">
                  <c:v>0.41040547946558431</c:v>
                </c:pt>
                <c:pt idx="14">
                  <c:v>0.41040547946558431</c:v>
                </c:pt>
                <c:pt idx="15">
                  <c:v>0.41040547946558431</c:v>
                </c:pt>
                <c:pt idx="16">
                  <c:v>0.41040547946558431</c:v>
                </c:pt>
                <c:pt idx="17">
                  <c:v>0.41040547946558431</c:v>
                </c:pt>
                <c:pt idx="18">
                  <c:v>0.41040547946558431</c:v>
                </c:pt>
                <c:pt idx="19">
                  <c:v>0.41040547946558431</c:v>
                </c:pt>
                <c:pt idx="20">
                  <c:v>0.41040547946558431</c:v>
                </c:pt>
                <c:pt idx="21">
                  <c:v>0.41040547946558431</c:v>
                </c:pt>
                <c:pt idx="22">
                  <c:v>0.41040547946558431</c:v>
                </c:pt>
                <c:pt idx="23">
                  <c:v>0.41040547946558431</c:v>
                </c:pt>
                <c:pt idx="24">
                  <c:v>0.41040547946558431</c:v>
                </c:pt>
              </c:numCache>
            </c:numRef>
          </c:val>
          <c:extLst xmlns:c16r2="http://schemas.microsoft.com/office/drawing/2015/06/chart">
            <c:ext xmlns:c16="http://schemas.microsoft.com/office/drawing/2014/chart" uri="{C3380CC4-5D6E-409C-BE32-E72D297353CC}">
              <c16:uniqueId val="{0000000A-C571-4533-9161-35D50DF865C1}"/>
            </c:ext>
          </c:extLst>
        </c:ser>
        <c:ser>
          <c:idx val="6"/>
          <c:order val="6"/>
          <c:tx>
            <c:strRef>
              <c:f>'[np Charts.xlsx]A-Total defects visual'!$H$1</c:f>
              <c:strCache>
                <c:ptCount val="1"/>
                <c:pt idx="0">
                  <c:v> -2 Sigma</c:v>
                </c:pt>
              </c:strCache>
            </c:strRef>
          </c:tx>
          <c:spPr>
            <a:ln w="25400">
              <a:noFill/>
            </a:ln>
            <a:effectLst/>
          </c:spPr>
          <c:marker>
            <c:symbol val="none"/>
          </c:marker>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visual'!$H$2:$H$26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B-C571-4533-9161-35D50DF865C1}"/>
            </c:ext>
          </c:extLst>
        </c:ser>
        <c:ser>
          <c:idx val="7"/>
          <c:order val="7"/>
          <c:tx>
            <c:strRef>
              <c:f>'[np Charts.xlsx]A-Total defects visual'!$I$1</c:f>
              <c:strCache>
                <c:ptCount val="1"/>
                <c:pt idx="0">
                  <c:v>LCL</c:v>
                </c:pt>
              </c:strCache>
            </c:strRef>
          </c:tx>
          <c:spPr>
            <a:ln w="12700">
              <a:solidFill>
                <a:srgbClr val="FF0000"/>
              </a:solidFill>
              <a:prstDash val="lgDash"/>
            </a:ln>
            <a:effectLst/>
          </c:spPr>
          <c:marker>
            <c:symbol val="none"/>
          </c:marker>
          <c:cat>
            <c:strRef>
              <c:f>'[np Charts.xlsx]A-Total defects visual'!$A$2:$A$26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'[np Charts.xlsx]A-Total defects visual'!$I$2:$I$26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C-C571-4533-9161-35D50DF865C1}"/>
            </c:ext>
          </c:extLst>
        </c:ser>
        <c:marker val="1"/>
        <c:axId val="124290560"/>
        <c:axId val="124292480"/>
      </c:lineChart>
      <c:catAx>
        <c:axId val="124290560"/>
        <c:scaling>
          <c:orientation val="minMax"/>
        </c:scaling>
        <c:axPos val="b"/>
        <c:title>
          <c:tx>
            <c:rich>
              <a:bodyPr/>
              <a:lstStyle/>
              <a:p>
                <a:pPr>
                  <a:defRPr/>
                </a:pPr>
                <a:r>
                  <a:rPr lang="en-IN"/>
                  <a:t>Batch 1 - Batch 25</a:t>
                </a:r>
              </a:p>
            </c:rich>
          </c:tx>
        </c:title>
        <c:numFmt formatCode="General" sourceLinked="0"/>
        <c:tickLblPos val="nextTo"/>
        <c:crossAx val="124292480"/>
        <c:crosses val="autoZero"/>
        <c:lblAlgn val="ctr"/>
        <c:lblOffset val="100"/>
      </c:catAx>
      <c:valAx>
        <c:axId val="124292480"/>
        <c:scaling>
          <c:orientation val="minMax"/>
        </c:scaling>
        <c:axPos val="l"/>
        <c:title>
          <c:tx>
            <c:rich>
              <a:bodyPr/>
              <a:lstStyle/>
              <a:p>
                <a:pPr>
                  <a:defRPr/>
                </a:pPr>
                <a:r>
                  <a:rPr lang="en-IN"/>
                  <a:t>Defects</a:t>
                </a:r>
              </a:p>
            </c:rich>
          </c:tx>
        </c:title>
        <c:numFmt formatCode="General" sourceLinked="1"/>
        <c:tickLblPos val="nextTo"/>
        <c:crossAx val="124290560"/>
        <c:crosses val="autoZero"/>
        <c:crossBetween val="midCat"/>
      </c:valAx>
      <c:spPr>
        <a:noFill/>
        <a:ln w="25400">
          <a:noFill/>
        </a:ln>
      </c:spPr>
    </c:plotArea>
    <c:plotVisOnly val="1"/>
    <c:dispBlanksAs val="gap"/>
  </c:chart>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IN" sz="1800" b="1" i="0" baseline="0">
                <a:effectLst/>
              </a:rPr>
              <a:t>Total Defects np Chart of Washing process (Machine 1)</a:t>
            </a:r>
            <a:endParaRPr lang="en-US">
              <a:effectLst/>
            </a:endParaRPr>
          </a:p>
        </c:rich>
      </c:tx>
    </c:title>
    <c:plotArea>
      <c:layout/>
      <c:lineChart>
        <c:grouping val="standard"/>
        <c:ser>
          <c:idx val="0"/>
          <c:order val="0"/>
          <c:tx>
            <c:strRef>
              <c:f>'B-Total Defects(M1) np Chart'!$B$1</c:f>
              <c:strCache>
                <c:ptCount val="1"/>
                <c:pt idx="0">
                  <c:v>Total Defects(M1)</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Chart'!$B$2:$B$26</c:f>
              <c:numCache>
                <c:formatCode>0.000</c:formatCode>
                <c:ptCount val="25"/>
                <c:pt idx="0">
                  <c:v>1</c:v>
                </c:pt>
                <c:pt idx="1">
                  <c:v>0</c:v>
                </c:pt>
                <c:pt idx="2">
                  <c:v>0</c:v>
                </c:pt>
                <c:pt idx="3">
                  <c:v>1</c:v>
                </c:pt>
                <c:pt idx="4">
                  <c:v>1</c:v>
                </c:pt>
                <c:pt idx="5">
                  <c:v>2</c:v>
                </c:pt>
                <c:pt idx="6">
                  <c:v>1</c:v>
                </c:pt>
                <c:pt idx="7">
                  <c:v>0</c:v>
                </c:pt>
                <c:pt idx="8">
                  <c:v>0</c:v>
                </c:pt>
                <c:pt idx="9">
                  <c:v>1</c:v>
                </c:pt>
                <c:pt idx="10">
                  <c:v>0</c:v>
                </c:pt>
                <c:pt idx="11">
                  <c:v>0</c:v>
                </c:pt>
                <c:pt idx="12">
                  <c:v>1</c:v>
                </c:pt>
                <c:pt idx="13">
                  <c:v>0</c:v>
                </c:pt>
                <c:pt idx="14">
                  <c:v>0</c:v>
                </c:pt>
                <c:pt idx="15">
                  <c:v>0</c:v>
                </c:pt>
                <c:pt idx="16">
                  <c:v>0</c:v>
                </c:pt>
                <c:pt idx="17">
                  <c:v>0</c:v>
                </c:pt>
                <c:pt idx="18">
                  <c:v>2</c:v>
                </c:pt>
                <c:pt idx="19">
                  <c:v>1</c:v>
                </c:pt>
                <c:pt idx="20">
                  <c:v>1</c:v>
                </c:pt>
                <c:pt idx="21">
                  <c:v>0</c:v>
                </c:pt>
                <c:pt idx="22">
                  <c:v>0</c:v>
                </c:pt>
                <c:pt idx="23">
                  <c:v>1</c:v>
                </c:pt>
                <c:pt idx="24">
                  <c:v>0</c:v>
                </c:pt>
              </c:numCache>
            </c:numRef>
          </c:val>
          <c:extLst xmlns:c16r2="http://schemas.microsoft.com/office/drawing/2015/06/chart">
            <c:ext xmlns:c16="http://schemas.microsoft.com/office/drawing/2014/chart" uri="{C3380CC4-5D6E-409C-BE32-E72D297353CC}">
              <c16:uniqueId val="{00000000-0618-4DF2-A19E-D817F3B380D2}"/>
            </c:ext>
          </c:extLst>
        </c:ser>
        <c:ser>
          <c:idx val="1"/>
          <c:order val="1"/>
          <c:tx>
            <c:strRef>
              <c:f>'B-Total Defects(M1) np Chart'!$C$1</c:f>
              <c:strCache>
                <c:ptCount val="1"/>
                <c:pt idx="0">
                  <c:v>UCL</c:v>
                </c:pt>
              </c:strCache>
            </c:strRef>
          </c:tx>
          <c:spPr>
            <a:ln w="12700">
              <a:solidFill>
                <a:srgbClr val="FF0000"/>
              </a:solidFill>
              <a:prstDash val="lgDash"/>
            </a:ln>
            <a:effectLst/>
          </c:spPr>
          <c:marker>
            <c:symbol val="none"/>
          </c:marker>
          <c:dLbls>
            <c:dLbl>
              <c:idx val="1"/>
              <c:layout>
                <c:manualLayout>
                  <c:x val="-1.4677002512309904E-2"/>
                  <c:y val="-2.0227919274993195E-2"/>
                </c:manualLayout>
              </c:layout>
              <c:tx>
                <c:rich>
                  <a:bodyPr wrap="square" lIns="38100" tIns="19050" rIns="38100" bIns="19050" anchor="ctr">
                    <a:spAutoFit/>
                  </a:bodyPr>
                  <a:lstStyle/>
                  <a:p>
                    <a:pPr>
                      <a:defRPr/>
                    </a:pPr>
                    <a:r>
                      <a:rPr lang="en-US"/>
                      <a:t>UCL</a:t>
                    </a:r>
                  </a:p>
                </c:rich>
              </c:tx>
              <c:numFmt formatCode="0.0000" sourceLinked="0"/>
              <c:spPr>
                <a:noFill/>
                <a:ln>
                  <a:noFill/>
                </a:ln>
                <a:effectLst/>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0618-4DF2-A19E-D817F3B380D2}"/>
                </c:ext>
              </c:extLst>
            </c:dLbl>
            <c:dLbl>
              <c:idx val="23"/>
              <c:layout>
                <c:manualLayout>
                  <c:x val="-1.4677002512309792E-2"/>
                  <c:y val="-2.0227919274993195E-2"/>
                </c:manualLayout>
              </c:layout>
              <c:numFmt formatCode="0.0000" sourceLinked="0"/>
              <c:spPr>
                <a:noFill/>
                <a:ln>
                  <a:noFill/>
                </a:ln>
                <a:effectLst/>
              </c:spPr>
              <c:txPr>
                <a:bodyPr wrap="square" lIns="38100" tIns="19050" rIns="38100" bIns="19050" anchor="ctr">
                  <a:spAutoFit/>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0618-4DF2-A19E-D817F3B380D2}"/>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Chart'!$C$2:$C$26</c:f>
              <c:numCache>
                <c:formatCode>0.000</c:formatCode>
                <c:ptCount val="25"/>
                <c:pt idx="0">
                  <c:v>2.6607138996138637</c:v>
                </c:pt>
                <c:pt idx="1">
                  <c:v>2.6607138996138637</c:v>
                </c:pt>
                <c:pt idx="2">
                  <c:v>2.6607138996138637</c:v>
                </c:pt>
                <c:pt idx="3">
                  <c:v>2.6607138996138637</c:v>
                </c:pt>
                <c:pt idx="4">
                  <c:v>2.6607138996138637</c:v>
                </c:pt>
                <c:pt idx="5">
                  <c:v>2.6607138996138637</c:v>
                </c:pt>
                <c:pt idx="6">
                  <c:v>2.6607138996138637</c:v>
                </c:pt>
                <c:pt idx="7">
                  <c:v>2.6607138996138637</c:v>
                </c:pt>
                <c:pt idx="8">
                  <c:v>2.6607138996138637</c:v>
                </c:pt>
                <c:pt idx="9">
                  <c:v>2.6607138996138637</c:v>
                </c:pt>
                <c:pt idx="10">
                  <c:v>2.6607138996138637</c:v>
                </c:pt>
                <c:pt idx="11">
                  <c:v>2.6607138996138637</c:v>
                </c:pt>
                <c:pt idx="12">
                  <c:v>2.6607138996138637</c:v>
                </c:pt>
                <c:pt idx="13">
                  <c:v>2.6607138996138637</c:v>
                </c:pt>
                <c:pt idx="14">
                  <c:v>2.6607138996138637</c:v>
                </c:pt>
                <c:pt idx="15">
                  <c:v>2.6607138996138637</c:v>
                </c:pt>
                <c:pt idx="16">
                  <c:v>2.6607138996138637</c:v>
                </c:pt>
                <c:pt idx="17">
                  <c:v>2.6607138996138637</c:v>
                </c:pt>
                <c:pt idx="18">
                  <c:v>2.6607138996138637</c:v>
                </c:pt>
                <c:pt idx="19">
                  <c:v>2.6607138996138637</c:v>
                </c:pt>
                <c:pt idx="20">
                  <c:v>2.6607138996138637</c:v>
                </c:pt>
                <c:pt idx="21">
                  <c:v>2.6607138996138637</c:v>
                </c:pt>
                <c:pt idx="22">
                  <c:v>2.6607138996138637</c:v>
                </c:pt>
                <c:pt idx="23">
                  <c:v>2.6607138996138637</c:v>
                </c:pt>
                <c:pt idx="24">
                  <c:v>2.6607138996138637</c:v>
                </c:pt>
              </c:numCache>
            </c:numRef>
          </c:val>
          <c:extLst xmlns:c16r2="http://schemas.microsoft.com/office/drawing/2015/06/chart">
            <c:ext xmlns:c16="http://schemas.microsoft.com/office/drawing/2014/chart" uri="{C3380CC4-5D6E-409C-BE32-E72D297353CC}">
              <c16:uniqueId val="{00000003-0618-4DF2-A19E-D817F3B380D2}"/>
            </c:ext>
          </c:extLst>
        </c:ser>
        <c:ser>
          <c:idx val="2"/>
          <c:order val="2"/>
          <c:tx>
            <c:strRef>
              <c:f>'B-Total Defects(M1) np Chart'!$D$1</c:f>
              <c:strCache>
                <c:ptCount val="1"/>
                <c:pt idx="0">
                  <c:v> +2 Sigma</c:v>
                </c:pt>
              </c:strCache>
            </c:strRef>
          </c:tx>
          <c:spPr>
            <a:ln w="25400">
              <a:noFill/>
            </a:ln>
            <a:effectLst/>
          </c:spPr>
          <c:marker>
            <c:symbol val="none"/>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Chart'!$D$2:$D$26</c:f>
              <c:numCache>
                <c:formatCode>0.000</c:formatCode>
                <c:ptCount val="25"/>
                <c:pt idx="0">
                  <c:v>1.9471425997425778</c:v>
                </c:pt>
                <c:pt idx="1">
                  <c:v>1.9471425997425778</c:v>
                </c:pt>
                <c:pt idx="2">
                  <c:v>1.9471425997425778</c:v>
                </c:pt>
                <c:pt idx="3">
                  <c:v>1.9471425997425778</c:v>
                </c:pt>
                <c:pt idx="4">
                  <c:v>1.9471425997425778</c:v>
                </c:pt>
                <c:pt idx="5">
                  <c:v>1.9471425997425778</c:v>
                </c:pt>
                <c:pt idx="6">
                  <c:v>1.9471425997425778</c:v>
                </c:pt>
                <c:pt idx="7">
                  <c:v>1.9471425997425778</c:v>
                </c:pt>
                <c:pt idx="8">
                  <c:v>1.9471425997425778</c:v>
                </c:pt>
                <c:pt idx="9">
                  <c:v>1.9471425997425778</c:v>
                </c:pt>
                <c:pt idx="10">
                  <c:v>1.9471425997425778</c:v>
                </c:pt>
                <c:pt idx="11">
                  <c:v>1.9471425997425778</c:v>
                </c:pt>
                <c:pt idx="12">
                  <c:v>1.9471425997425778</c:v>
                </c:pt>
                <c:pt idx="13">
                  <c:v>1.9471425997425778</c:v>
                </c:pt>
                <c:pt idx="14">
                  <c:v>1.9471425997425778</c:v>
                </c:pt>
                <c:pt idx="15">
                  <c:v>1.9471425997425778</c:v>
                </c:pt>
                <c:pt idx="16">
                  <c:v>1.9471425997425778</c:v>
                </c:pt>
                <c:pt idx="17">
                  <c:v>1.9471425997425778</c:v>
                </c:pt>
                <c:pt idx="18">
                  <c:v>1.9471425997425778</c:v>
                </c:pt>
                <c:pt idx="19">
                  <c:v>1.9471425997425778</c:v>
                </c:pt>
                <c:pt idx="20">
                  <c:v>1.9471425997425778</c:v>
                </c:pt>
                <c:pt idx="21">
                  <c:v>1.9471425997425778</c:v>
                </c:pt>
                <c:pt idx="22">
                  <c:v>1.9471425997425778</c:v>
                </c:pt>
                <c:pt idx="23">
                  <c:v>1.9471425997425778</c:v>
                </c:pt>
                <c:pt idx="24">
                  <c:v>1.9471425997425778</c:v>
                </c:pt>
              </c:numCache>
            </c:numRef>
          </c:val>
          <c:extLst xmlns:c16r2="http://schemas.microsoft.com/office/drawing/2015/06/chart">
            <c:ext xmlns:c16="http://schemas.microsoft.com/office/drawing/2014/chart" uri="{C3380CC4-5D6E-409C-BE32-E72D297353CC}">
              <c16:uniqueId val="{00000004-0618-4DF2-A19E-D817F3B380D2}"/>
            </c:ext>
          </c:extLst>
        </c:ser>
        <c:ser>
          <c:idx val="3"/>
          <c:order val="3"/>
          <c:tx>
            <c:strRef>
              <c:f>'B-Total Defects(M1) np Chart'!$E$1</c:f>
              <c:strCache>
                <c:ptCount val="1"/>
                <c:pt idx="0">
                  <c:v> +1 Sigma</c:v>
                </c:pt>
              </c:strCache>
            </c:strRef>
          </c:tx>
          <c:spPr>
            <a:ln w="25400">
              <a:noFill/>
            </a:ln>
            <a:effectLst/>
          </c:spPr>
          <c:marker>
            <c:symbol val="none"/>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Chart'!$E$2:$E$26</c:f>
              <c:numCache>
                <c:formatCode>0.000</c:formatCode>
                <c:ptCount val="25"/>
                <c:pt idx="0">
                  <c:v>1.2335712998712878</c:v>
                </c:pt>
                <c:pt idx="1">
                  <c:v>1.2335712998712878</c:v>
                </c:pt>
                <c:pt idx="2">
                  <c:v>1.2335712998712878</c:v>
                </c:pt>
                <c:pt idx="3">
                  <c:v>1.2335712998712878</c:v>
                </c:pt>
                <c:pt idx="4">
                  <c:v>1.2335712998712878</c:v>
                </c:pt>
                <c:pt idx="5">
                  <c:v>1.2335712998712878</c:v>
                </c:pt>
                <c:pt idx="6">
                  <c:v>1.2335712998712878</c:v>
                </c:pt>
                <c:pt idx="7">
                  <c:v>1.2335712998712878</c:v>
                </c:pt>
                <c:pt idx="8">
                  <c:v>1.2335712998712878</c:v>
                </c:pt>
                <c:pt idx="9">
                  <c:v>1.2335712998712878</c:v>
                </c:pt>
                <c:pt idx="10">
                  <c:v>1.2335712998712878</c:v>
                </c:pt>
                <c:pt idx="11">
                  <c:v>1.2335712998712878</c:v>
                </c:pt>
                <c:pt idx="12">
                  <c:v>1.2335712998712878</c:v>
                </c:pt>
                <c:pt idx="13">
                  <c:v>1.2335712998712878</c:v>
                </c:pt>
                <c:pt idx="14">
                  <c:v>1.2335712998712878</c:v>
                </c:pt>
                <c:pt idx="15">
                  <c:v>1.2335712998712878</c:v>
                </c:pt>
                <c:pt idx="16">
                  <c:v>1.2335712998712878</c:v>
                </c:pt>
                <c:pt idx="17">
                  <c:v>1.2335712998712878</c:v>
                </c:pt>
                <c:pt idx="18">
                  <c:v>1.2335712998712878</c:v>
                </c:pt>
                <c:pt idx="19">
                  <c:v>1.2335712998712878</c:v>
                </c:pt>
                <c:pt idx="20">
                  <c:v>1.2335712998712878</c:v>
                </c:pt>
                <c:pt idx="21">
                  <c:v>1.2335712998712878</c:v>
                </c:pt>
                <c:pt idx="22">
                  <c:v>1.2335712998712878</c:v>
                </c:pt>
                <c:pt idx="23">
                  <c:v>1.2335712998712878</c:v>
                </c:pt>
                <c:pt idx="24">
                  <c:v>1.2335712998712878</c:v>
                </c:pt>
              </c:numCache>
            </c:numRef>
          </c:val>
          <c:extLst xmlns:c16r2="http://schemas.microsoft.com/office/drawing/2015/06/chart">
            <c:ext xmlns:c16="http://schemas.microsoft.com/office/drawing/2014/chart" uri="{C3380CC4-5D6E-409C-BE32-E72D297353CC}">
              <c16:uniqueId val="{00000005-0618-4DF2-A19E-D817F3B380D2}"/>
            </c:ext>
          </c:extLst>
        </c:ser>
        <c:ser>
          <c:idx val="4"/>
          <c:order val="4"/>
          <c:tx>
            <c:strRef>
              <c:f>'B-Total Defects(M1) np Chart'!$F$1</c:f>
              <c:strCache>
                <c:ptCount val="1"/>
                <c:pt idx="0">
                  <c:v>Average</c:v>
                </c:pt>
              </c:strCache>
            </c:strRef>
          </c:tx>
          <c:spPr>
            <a:ln w="12700">
              <a:solidFill>
                <a:srgbClr val="00FFFF"/>
              </a:solidFill>
              <a:prstDash val="solid"/>
            </a:ln>
            <a:effectLst/>
          </c:spPr>
          <c:marker>
            <c:symbol val="none"/>
          </c:marker>
          <c:dLbls>
            <c:dLbl>
              <c:idx val="1"/>
              <c:layout>
                <c:manualLayout>
                  <c:x val="-1.4677002512309904E-2"/>
                  <c:y val="-2.0227919274993195E-2"/>
                </c:manualLayout>
              </c:layout>
              <c:tx>
                <c:rich>
                  <a:bodyPr wrap="square" lIns="38100" tIns="19050" rIns="38100" bIns="19050" anchor="ctr">
                    <a:spAutoFit/>
                  </a:bodyPr>
                  <a:lstStyle/>
                  <a:p>
                    <a:pPr>
                      <a:defRPr/>
                    </a:pPr>
                    <a:r>
                      <a:rPr lang="en-US"/>
                      <a:t>CL</a:t>
                    </a:r>
                  </a:p>
                </c:rich>
              </c:tx>
              <c:numFmt formatCode="0.0000" sourceLinked="0"/>
              <c:spPr>
                <a:noFill/>
                <a:ln>
                  <a:noFill/>
                </a:ln>
                <a:effectLst/>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0618-4DF2-A19E-D817F3B380D2}"/>
                </c:ext>
              </c:extLst>
            </c:dLbl>
            <c:dLbl>
              <c:idx val="23"/>
              <c:layout>
                <c:manualLayout>
                  <c:x val="-1.4677002512309792E-2"/>
                  <c:y val="-2.0227919274993195E-2"/>
                </c:manualLayout>
              </c:layout>
              <c:numFmt formatCode="0.0000" sourceLinked="0"/>
              <c:spPr>
                <a:noFill/>
                <a:ln>
                  <a:noFill/>
                </a:ln>
                <a:effectLst/>
              </c:spPr>
              <c:txPr>
                <a:bodyPr wrap="square" lIns="38100" tIns="19050" rIns="38100" bIns="19050" anchor="ctr">
                  <a:spAutoFit/>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0618-4DF2-A19E-D817F3B380D2}"/>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Chart'!$F$2:$F$26</c:f>
              <c:numCache>
                <c:formatCode>0.000</c:formatCode>
                <c:ptCount val="25"/>
                <c:pt idx="0">
                  <c:v>0.52</c:v>
                </c:pt>
                <c:pt idx="1">
                  <c:v>0.52</c:v>
                </c:pt>
                <c:pt idx="2">
                  <c:v>0.52</c:v>
                </c:pt>
                <c:pt idx="3">
                  <c:v>0.52</c:v>
                </c:pt>
                <c:pt idx="4">
                  <c:v>0.52</c:v>
                </c:pt>
                <c:pt idx="5">
                  <c:v>0.52</c:v>
                </c:pt>
                <c:pt idx="6">
                  <c:v>0.52</c:v>
                </c:pt>
                <c:pt idx="7">
                  <c:v>0.52</c:v>
                </c:pt>
                <c:pt idx="8">
                  <c:v>0.52</c:v>
                </c:pt>
                <c:pt idx="9">
                  <c:v>0.52</c:v>
                </c:pt>
                <c:pt idx="10">
                  <c:v>0.52</c:v>
                </c:pt>
                <c:pt idx="11">
                  <c:v>0.52</c:v>
                </c:pt>
                <c:pt idx="12">
                  <c:v>0.52</c:v>
                </c:pt>
                <c:pt idx="13">
                  <c:v>0.52</c:v>
                </c:pt>
                <c:pt idx="14">
                  <c:v>0.52</c:v>
                </c:pt>
                <c:pt idx="15">
                  <c:v>0.52</c:v>
                </c:pt>
                <c:pt idx="16">
                  <c:v>0.52</c:v>
                </c:pt>
                <c:pt idx="17">
                  <c:v>0.52</c:v>
                </c:pt>
                <c:pt idx="18">
                  <c:v>0.52</c:v>
                </c:pt>
                <c:pt idx="19">
                  <c:v>0.52</c:v>
                </c:pt>
                <c:pt idx="20">
                  <c:v>0.52</c:v>
                </c:pt>
                <c:pt idx="21">
                  <c:v>0.52</c:v>
                </c:pt>
                <c:pt idx="22">
                  <c:v>0.52</c:v>
                </c:pt>
                <c:pt idx="23">
                  <c:v>0.52</c:v>
                </c:pt>
                <c:pt idx="24">
                  <c:v>0.52</c:v>
                </c:pt>
              </c:numCache>
            </c:numRef>
          </c:val>
          <c:extLst xmlns:c16r2="http://schemas.microsoft.com/office/drawing/2015/06/chart">
            <c:ext xmlns:c16="http://schemas.microsoft.com/office/drawing/2014/chart" uri="{C3380CC4-5D6E-409C-BE32-E72D297353CC}">
              <c16:uniqueId val="{00000008-0618-4DF2-A19E-D817F3B380D2}"/>
            </c:ext>
          </c:extLst>
        </c:ser>
        <c:ser>
          <c:idx val="5"/>
          <c:order val="5"/>
          <c:tx>
            <c:strRef>
              <c:f>'B-Total Defects(M1) np Chart'!$G$1</c:f>
              <c:strCache>
                <c:ptCount val="1"/>
                <c:pt idx="0">
                  <c:v> -1 Sigma</c:v>
                </c:pt>
              </c:strCache>
            </c:strRef>
          </c:tx>
          <c:spPr>
            <a:ln w="25400">
              <a:noFill/>
            </a:ln>
            <a:effectLst/>
          </c:spPr>
          <c:marker>
            <c:symbol val="none"/>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Chart'!$G$2:$G$26</c:f>
              <c:numCache>
                <c:formatCode>0.000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9-0618-4DF2-A19E-D817F3B380D2}"/>
            </c:ext>
          </c:extLst>
        </c:ser>
        <c:ser>
          <c:idx val="6"/>
          <c:order val="6"/>
          <c:tx>
            <c:strRef>
              <c:f>'B-Total Defects(M1) np Chart'!$H$1</c:f>
              <c:strCache>
                <c:ptCount val="1"/>
                <c:pt idx="0">
                  <c:v> -2 Sigma</c:v>
                </c:pt>
              </c:strCache>
            </c:strRef>
          </c:tx>
          <c:spPr>
            <a:ln w="25400">
              <a:noFill/>
            </a:ln>
            <a:effectLst/>
          </c:spPr>
          <c:marker>
            <c:symbol val="none"/>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Chart'!$H$2:$H$26</c:f>
              <c:numCache>
                <c:formatCode>0.000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A-0618-4DF2-A19E-D817F3B380D2}"/>
            </c:ext>
          </c:extLst>
        </c:ser>
        <c:ser>
          <c:idx val="7"/>
          <c:order val="7"/>
          <c:tx>
            <c:strRef>
              <c:f>'B-Total Defects(M1) np Chart'!$I$1</c:f>
              <c:strCache>
                <c:ptCount val="1"/>
                <c:pt idx="0">
                  <c:v>LCL</c:v>
                </c:pt>
              </c:strCache>
            </c:strRef>
          </c:tx>
          <c:spPr>
            <a:ln w="12700">
              <a:solidFill>
                <a:srgbClr val="FF0000"/>
              </a:solidFill>
              <a:prstDash val="lgDash"/>
            </a:ln>
            <a:effectLst/>
          </c:spPr>
          <c:marker>
            <c:symbol val="none"/>
          </c:marker>
          <c:cat>
            <c:strRef>
              <c:f>'B-Total Defects(M1)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Defects(M1) np Chart'!$I$2:$I$26</c:f>
              <c:numCache>
                <c:formatCode>0.000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B-0618-4DF2-A19E-D817F3B380D2}"/>
            </c:ext>
          </c:extLst>
        </c:ser>
        <c:marker val="1"/>
        <c:axId val="124507648"/>
        <c:axId val="124509568"/>
      </c:lineChart>
      <c:catAx>
        <c:axId val="124507648"/>
        <c:scaling>
          <c:orientation val="minMax"/>
        </c:scaling>
        <c:axPos val="b"/>
        <c:title>
          <c:tx>
            <c:rich>
              <a:bodyPr/>
              <a:lstStyle/>
              <a:p>
                <a:pPr>
                  <a:defRPr/>
                </a:pPr>
                <a:r>
                  <a:rPr lang="en-US"/>
                  <a:t>Batches</a:t>
                </a:r>
              </a:p>
            </c:rich>
          </c:tx>
        </c:title>
        <c:numFmt formatCode="General" sourceLinked="1"/>
        <c:tickLblPos val="nextTo"/>
        <c:crossAx val="124509568"/>
        <c:crosses val="autoZero"/>
        <c:lblAlgn val="ctr"/>
        <c:lblOffset val="100"/>
      </c:catAx>
      <c:valAx>
        <c:axId val="124509568"/>
        <c:scaling>
          <c:orientation val="minMax"/>
        </c:scaling>
        <c:axPos val="l"/>
        <c:title>
          <c:tx>
            <c:rich>
              <a:bodyPr/>
              <a:lstStyle/>
              <a:p>
                <a:pPr>
                  <a:defRPr/>
                </a:pPr>
                <a:r>
                  <a:rPr lang="en-US"/>
                  <a:t>Total Defects(M1)</a:t>
                </a:r>
              </a:p>
            </c:rich>
          </c:tx>
        </c:title>
        <c:numFmt formatCode="0.000" sourceLinked="1"/>
        <c:tickLblPos val="nextTo"/>
        <c:crossAx val="124507648"/>
        <c:crosses val="autoZero"/>
        <c:crossBetween val="midCat"/>
      </c:valAx>
      <c:spPr>
        <a:noFill/>
        <a:ln w="25400">
          <a:noFill/>
        </a:ln>
      </c:spPr>
    </c:plotArea>
    <c:dispBlanksAs val="gap"/>
  </c:chart>
  <c:externalData r:id="rId1"/>
</c:chartSpace>
</file>

<file path=ppt/charts/chart13.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IN" sz="1800" b="1" i="0" baseline="0">
                <a:effectLst/>
              </a:rPr>
              <a:t>Total Defects np Chart of Washing process (Machine 2)</a:t>
            </a:r>
            <a:endParaRPr lang="en-US">
              <a:effectLst/>
            </a:endParaRPr>
          </a:p>
        </c:rich>
      </c:tx>
    </c:title>
    <c:plotArea>
      <c:layout/>
      <c:lineChart>
        <c:grouping val="standard"/>
        <c:ser>
          <c:idx val="0"/>
          <c:order val="0"/>
          <c:tx>
            <c:strRef>
              <c:f>'B-Total Defects(M2) np Chart'!$B$1</c:f>
              <c:strCache>
                <c:ptCount val="1"/>
                <c:pt idx="0">
                  <c:v>Total Defects(M2)</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dPt>
            <c:idx val="7"/>
            <c:marker>
              <c:symbol val="diamond"/>
              <c:size val="6"/>
              <c:spPr>
                <a:solidFill>
                  <a:srgbClr val="FF0000"/>
                </a:solidFill>
                <a:ln>
                  <a:solidFill>
                    <a:srgbClr val="FF0000"/>
                  </a:solidFill>
                  <a:prstDash val="solid"/>
                </a:ln>
              </c:spPr>
            </c:marker>
            <c:extLst xmlns:c16r2="http://schemas.microsoft.com/office/drawing/2015/06/chart">
              <c:ext xmlns:c16="http://schemas.microsoft.com/office/drawing/2014/chart" uri="{C3380CC4-5D6E-409C-BE32-E72D297353CC}">
                <c16:uniqueId val="{00000000-4326-4766-94D4-46F79BE85741}"/>
              </c:ext>
            </c:extLst>
          </c:dPt>
          <c:dPt>
            <c:idx val="8"/>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2-4326-4766-94D4-46F79BE85741}"/>
              </c:ext>
            </c:extLst>
          </c:dPt>
          <c:dPt>
            <c:idx val="9"/>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4-4326-4766-94D4-46F79BE85741}"/>
              </c:ext>
            </c:extLst>
          </c:dPt>
          <c:dPt>
            <c:idx val="10"/>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6-4326-4766-94D4-46F79BE85741}"/>
              </c:ext>
            </c:extLst>
          </c:dPt>
          <c:dPt>
            <c:idx val="11"/>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8-4326-4766-94D4-46F79BE85741}"/>
              </c:ext>
            </c:extLst>
          </c:dPt>
          <c:dPt>
            <c:idx val="12"/>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A-4326-4766-94D4-46F79BE85741}"/>
              </c:ext>
            </c:extLst>
          </c:dPt>
          <c:dPt>
            <c:idx val="13"/>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C-4326-4766-94D4-46F79BE85741}"/>
              </c:ext>
            </c:extLst>
          </c:dPt>
          <c:dPt>
            <c:idx val="14"/>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0E-4326-4766-94D4-46F79BE85741}"/>
              </c:ext>
            </c:extLst>
          </c:dPt>
          <c:dPt>
            <c:idx val="15"/>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0-4326-4766-94D4-46F79BE85741}"/>
              </c:ext>
            </c:extLst>
          </c:dPt>
          <c:dPt>
            <c:idx val="16"/>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2-4326-4766-94D4-46F79BE85741}"/>
              </c:ext>
            </c:extLst>
          </c:dPt>
          <c:dPt>
            <c:idx val="17"/>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4-4326-4766-94D4-46F79BE85741}"/>
              </c:ext>
            </c:extLst>
          </c:dPt>
          <c:dPt>
            <c:idx val="18"/>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6-4326-4766-94D4-46F79BE85741}"/>
              </c:ext>
            </c:extLst>
          </c:dPt>
          <c:dPt>
            <c:idx val="19"/>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8-4326-4766-94D4-46F79BE85741}"/>
              </c:ext>
            </c:extLst>
          </c:dPt>
          <c:dPt>
            <c:idx val="20"/>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A-4326-4766-94D4-46F79BE85741}"/>
              </c:ext>
            </c:extLst>
          </c:dPt>
          <c:dPt>
            <c:idx val="21"/>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C-4326-4766-94D4-46F79BE85741}"/>
              </c:ext>
            </c:extLst>
          </c:dPt>
          <c:dPt>
            <c:idx val="22"/>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1E-4326-4766-94D4-46F79BE85741}"/>
              </c:ext>
            </c:extLst>
          </c:dPt>
          <c:dPt>
            <c:idx val="23"/>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20-4326-4766-94D4-46F79BE85741}"/>
              </c:ext>
            </c:extLst>
          </c:dPt>
          <c:dPt>
            <c:idx val="24"/>
            <c:marker>
              <c:symbol val="diamond"/>
              <c:size val="6"/>
              <c:spPr>
                <a:solidFill>
                  <a:srgbClr val="FF0000"/>
                </a:solidFill>
                <a:ln>
                  <a:solidFill>
                    <a:srgbClr val="FF0000"/>
                  </a:solidFill>
                  <a:prstDash val="solid"/>
                </a:ln>
              </c:spPr>
            </c:marker>
            <c:spPr>
              <a:ln w="12700">
                <a:solidFill>
                  <a:srgbClr val="FF0000"/>
                </a:solidFill>
                <a:prstDash val="solid"/>
              </a:ln>
              <a:effectLst/>
            </c:spPr>
            <c:extLst xmlns:c16r2="http://schemas.microsoft.com/office/drawing/2015/06/chart">
              <c:ext xmlns:c16="http://schemas.microsoft.com/office/drawing/2014/chart" uri="{C3380CC4-5D6E-409C-BE32-E72D297353CC}">
                <c16:uniqueId val="{00000022-4326-4766-94D4-46F79BE85741}"/>
              </c:ext>
            </c:extLst>
          </c:dPt>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Chart'!$B$2:$B$26</c:f>
              <c:numCache>
                <c:formatCode>0.000</c:formatCode>
                <c:ptCount val="25"/>
                <c:pt idx="0">
                  <c:v>1</c:v>
                </c:pt>
                <c:pt idx="1">
                  <c:v>1</c:v>
                </c:pt>
                <c:pt idx="2">
                  <c:v>2</c:v>
                </c:pt>
                <c:pt idx="3">
                  <c:v>2</c:v>
                </c:pt>
                <c:pt idx="4">
                  <c:v>3</c:v>
                </c:pt>
                <c:pt idx="5">
                  <c:v>1</c:v>
                </c:pt>
                <c:pt idx="6">
                  <c:v>0</c:v>
                </c:pt>
                <c:pt idx="7">
                  <c:v>2</c:v>
                </c:pt>
                <c:pt idx="8">
                  <c:v>1</c:v>
                </c:pt>
                <c:pt idx="9">
                  <c:v>2</c:v>
                </c:pt>
                <c:pt idx="10">
                  <c:v>3</c:v>
                </c:pt>
                <c:pt idx="11">
                  <c:v>2</c:v>
                </c:pt>
                <c:pt idx="12">
                  <c:v>1</c:v>
                </c:pt>
                <c:pt idx="13">
                  <c:v>2</c:v>
                </c:pt>
                <c:pt idx="14">
                  <c:v>2</c:v>
                </c:pt>
                <c:pt idx="15">
                  <c:v>2</c:v>
                </c:pt>
                <c:pt idx="16">
                  <c:v>3</c:v>
                </c:pt>
                <c:pt idx="17">
                  <c:v>2</c:v>
                </c:pt>
                <c:pt idx="18">
                  <c:v>2</c:v>
                </c:pt>
                <c:pt idx="19">
                  <c:v>2</c:v>
                </c:pt>
                <c:pt idx="20">
                  <c:v>2</c:v>
                </c:pt>
                <c:pt idx="21">
                  <c:v>3</c:v>
                </c:pt>
                <c:pt idx="22">
                  <c:v>2</c:v>
                </c:pt>
                <c:pt idx="23">
                  <c:v>2</c:v>
                </c:pt>
                <c:pt idx="24">
                  <c:v>2</c:v>
                </c:pt>
              </c:numCache>
            </c:numRef>
          </c:val>
          <c:extLst xmlns:c16r2="http://schemas.microsoft.com/office/drawing/2015/06/chart">
            <c:ext xmlns:c16="http://schemas.microsoft.com/office/drawing/2014/chart" uri="{C3380CC4-5D6E-409C-BE32-E72D297353CC}">
              <c16:uniqueId val="{00000023-4326-4766-94D4-46F79BE85741}"/>
            </c:ext>
          </c:extLst>
        </c:ser>
        <c:ser>
          <c:idx val="1"/>
          <c:order val="1"/>
          <c:tx>
            <c:strRef>
              <c:f>'B-Total Defects(M2) np Chart'!$C$1</c:f>
              <c:strCache>
                <c:ptCount val="1"/>
                <c:pt idx="0">
                  <c:v>UCL</c:v>
                </c:pt>
              </c:strCache>
            </c:strRef>
          </c:tx>
          <c:spPr>
            <a:ln w="12700">
              <a:solidFill>
                <a:srgbClr val="FF0000"/>
              </a:solidFill>
              <a:prstDash val="lgDash"/>
            </a:ln>
            <a:effectLst/>
          </c:spPr>
          <c:marker>
            <c:symbol val="none"/>
          </c:marker>
          <c:dLbls>
            <c:dLbl>
              <c:idx val="1"/>
              <c:layout>
                <c:manualLayout>
                  <c:x val="-1.9923371887934086E-2"/>
                  <c:y val="-1.481481481481484E-2"/>
                </c:manualLayout>
              </c:layout>
              <c:tx>
                <c:rich>
                  <a:bodyPr wrap="square" lIns="38100" tIns="19050" rIns="38100" bIns="19050" anchor="ctr">
                    <a:spAutoFit/>
                  </a:bodyPr>
                  <a:lstStyle/>
                  <a:p>
                    <a:pPr>
                      <a:defRPr/>
                    </a:pPr>
                    <a:r>
                      <a:rPr lang="en-US"/>
                      <a:t>UCL</a:t>
                    </a:r>
                  </a:p>
                </c:rich>
              </c:tx>
              <c:numFmt formatCode="0.0000" sourceLinked="0"/>
              <c:spPr>
                <a:noFill/>
                <a:ln>
                  <a:noFill/>
                </a:ln>
                <a:effectLst/>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24-4326-4766-94D4-46F79BE85741}"/>
                </c:ext>
              </c:extLst>
            </c:dLbl>
            <c:dLbl>
              <c:idx val="23"/>
              <c:layout>
                <c:manualLayout>
                  <c:x val="-1.9923371887934048E-2"/>
                  <c:y val="-1.481481481481484E-2"/>
                </c:manualLayout>
              </c:layout>
              <c:numFmt formatCode="0.0000" sourceLinked="0"/>
              <c:spPr>
                <a:noFill/>
                <a:ln>
                  <a:noFill/>
                </a:ln>
                <a:effectLst/>
              </c:spPr>
              <c:txPr>
                <a:bodyPr wrap="square" lIns="38100" tIns="19050" rIns="38100" bIns="19050" anchor="ctr">
                  <a:spAutoFit/>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25-4326-4766-94D4-46F79BE85741}"/>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Chart'!$C$2:$C$26</c:f>
              <c:numCache>
                <c:formatCode>0.000</c:formatCode>
                <c:ptCount val="25"/>
                <c:pt idx="0">
                  <c:v>5.8357067636517304</c:v>
                </c:pt>
                <c:pt idx="1">
                  <c:v>5.8357067636517304</c:v>
                </c:pt>
                <c:pt idx="2">
                  <c:v>5.8357067636517304</c:v>
                </c:pt>
                <c:pt idx="3">
                  <c:v>5.8357067636517304</c:v>
                </c:pt>
                <c:pt idx="4">
                  <c:v>5.8357067636517304</c:v>
                </c:pt>
                <c:pt idx="5">
                  <c:v>5.8357067636517304</c:v>
                </c:pt>
                <c:pt idx="6">
                  <c:v>5.8357067636517304</c:v>
                </c:pt>
                <c:pt idx="7">
                  <c:v>5.8357067636517304</c:v>
                </c:pt>
                <c:pt idx="8">
                  <c:v>5.8357067636517304</c:v>
                </c:pt>
                <c:pt idx="9">
                  <c:v>5.8357067636517304</c:v>
                </c:pt>
                <c:pt idx="10">
                  <c:v>5.8357067636517304</c:v>
                </c:pt>
                <c:pt idx="11">
                  <c:v>5.8357067636517304</c:v>
                </c:pt>
                <c:pt idx="12">
                  <c:v>5.8357067636517304</c:v>
                </c:pt>
                <c:pt idx="13">
                  <c:v>5.8357067636517304</c:v>
                </c:pt>
                <c:pt idx="14">
                  <c:v>5.8357067636517304</c:v>
                </c:pt>
                <c:pt idx="15">
                  <c:v>5.8357067636517304</c:v>
                </c:pt>
                <c:pt idx="16">
                  <c:v>5.8357067636517304</c:v>
                </c:pt>
                <c:pt idx="17">
                  <c:v>5.8357067636517304</c:v>
                </c:pt>
                <c:pt idx="18">
                  <c:v>5.8357067636517304</c:v>
                </c:pt>
                <c:pt idx="19">
                  <c:v>5.8357067636517304</c:v>
                </c:pt>
                <c:pt idx="20">
                  <c:v>5.8357067636517304</c:v>
                </c:pt>
                <c:pt idx="21">
                  <c:v>5.8357067636517304</c:v>
                </c:pt>
                <c:pt idx="22">
                  <c:v>5.8357067636517304</c:v>
                </c:pt>
                <c:pt idx="23">
                  <c:v>5.8357067636517304</c:v>
                </c:pt>
                <c:pt idx="24">
                  <c:v>5.8357067636517304</c:v>
                </c:pt>
              </c:numCache>
            </c:numRef>
          </c:val>
          <c:extLst xmlns:c16r2="http://schemas.microsoft.com/office/drawing/2015/06/chart">
            <c:ext xmlns:c16="http://schemas.microsoft.com/office/drawing/2014/chart" uri="{C3380CC4-5D6E-409C-BE32-E72D297353CC}">
              <c16:uniqueId val="{00000026-4326-4766-94D4-46F79BE85741}"/>
            </c:ext>
          </c:extLst>
        </c:ser>
        <c:ser>
          <c:idx val="2"/>
          <c:order val="2"/>
          <c:tx>
            <c:strRef>
              <c:f>'B-Total Defects(M2) np Chart'!$D$1</c:f>
              <c:strCache>
                <c:ptCount val="1"/>
                <c:pt idx="0">
                  <c:v> +2 Sigma</c:v>
                </c:pt>
              </c:strCache>
            </c:strRef>
          </c:tx>
          <c:spPr>
            <a:ln w="25400">
              <a:noFill/>
            </a:ln>
            <a:effectLst/>
          </c:spPr>
          <c:marker>
            <c:symbol val="none"/>
          </c:marker>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Chart'!$D$2:$D$26</c:f>
              <c:numCache>
                <c:formatCode>0.000</c:formatCode>
                <c:ptCount val="25"/>
                <c:pt idx="0">
                  <c:v>4.5171378424344759</c:v>
                </c:pt>
                <c:pt idx="1">
                  <c:v>4.5171378424344759</c:v>
                </c:pt>
                <c:pt idx="2">
                  <c:v>4.5171378424344759</c:v>
                </c:pt>
                <c:pt idx="3">
                  <c:v>4.5171378424344759</c:v>
                </c:pt>
                <c:pt idx="4">
                  <c:v>4.5171378424344759</c:v>
                </c:pt>
                <c:pt idx="5">
                  <c:v>4.5171378424344759</c:v>
                </c:pt>
                <c:pt idx="6">
                  <c:v>4.5171378424344759</c:v>
                </c:pt>
                <c:pt idx="7">
                  <c:v>4.5171378424344759</c:v>
                </c:pt>
                <c:pt idx="8">
                  <c:v>4.5171378424344759</c:v>
                </c:pt>
                <c:pt idx="9">
                  <c:v>4.5171378424344759</c:v>
                </c:pt>
                <c:pt idx="10">
                  <c:v>4.5171378424344759</c:v>
                </c:pt>
                <c:pt idx="11">
                  <c:v>4.5171378424344759</c:v>
                </c:pt>
                <c:pt idx="12">
                  <c:v>4.5171378424344759</c:v>
                </c:pt>
                <c:pt idx="13">
                  <c:v>4.5171378424344759</c:v>
                </c:pt>
                <c:pt idx="14">
                  <c:v>4.5171378424344759</c:v>
                </c:pt>
                <c:pt idx="15">
                  <c:v>4.5171378424344759</c:v>
                </c:pt>
                <c:pt idx="16">
                  <c:v>4.5171378424344759</c:v>
                </c:pt>
                <c:pt idx="17">
                  <c:v>4.5171378424344759</c:v>
                </c:pt>
                <c:pt idx="18">
                  <c:v>4.5171378424344759</c:v>
                </c:pt>
                <c:pt idx="19">
                  <c:v>4.5171378424344759</c:v>
                </c:pt>
                <c:pt idx="20">
                  <c:v>4.5171378424344759</c:v>
                </c:pt>
                <c:pt idx="21">
                  <c:v>4.5171378424344759</c:v>
                </c:pt>
                <c:pt idx="22">
                  <c:v>4.5171378424344759</c:v>
                </c:pt>
                <c:pt idx="23">
                  <c:v>4.5171378424344759</c:v>
                </c:pt>
                <c:pt idx="24">
                  <c:v>4.5171378424344759</c:v>
                </c:pt>
              </c:numCache>
            </c:numRef>
          </c:val>
          <c:extLst xmlns:c16r2="http://schemas.microsoft.com/office/drawing/2015/06/chart">
            <c:ext xmlns:c16="http://schemas.microsoft.com/office/drawing/2014/chart" uri="{C3380CC4-5D6E-409C-BE32-E72D297353CC}">
              <c16:uniqueId val="{00000027-4326-4766-94D4-46F79BE85741}"/>
            </c:ext>
          </c:extLst>
        </c:ser>
        <c:ser>
          <c:idx val="3"/>
          <c:order val="3"/>
          <c:tx>
            <c:strRef>
              <c:f>'B-Total Defects(M2) np Chart'!$E$1</c:f>
              <c:strCache>
                <c:ptCount val="1"/>
                <c:pt idx="0">
                  <c:v> +1 Sigma</c:v>
                </c:pt>
              </c:strCache>
            </c:strRef>
          </c:tx>
          <c:spPr>
            <a:ln w="25400">
              <a:noFill/>
            </a:ln>
            <a:effectLst/>
          </c:spPr>
          <c:marker>
            <c:symbol val="none"/>
          </c:marker>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Chart'!$E$2:$E$26</c:f>
              <c:numCache>
                <c:formatCode>0.000</c:formatCode>
                <c:ptCount val="25"/>
                <c:pt idx="0">
                  <c:v>3.1985689212172397</c:v>
                </c:pt>
                <c:pt idx="1">
                  <c:v>3.1985689212172397</c:v>
                </c:pt>
                <c:pt idx="2">
                  <c:v>3.1985689212172397</c:v>
                </c:pt>
                <c:pt idx="3">
                  <c:v>3.1985689212172397</c:v>
                </c:pt>
                <c:pt idx="4">
                  <c:v>3.1985689212172397</c:v>
                </c:pt>
                <c:pt idx="5">
                  <c:v>3.1985689212172397</c:v>
                </c:pt>
                <c:pt idx="6">
                  <c:v>3.1985689212172397</c:v>
                </c:pt>
                <c:pt idx="7">
                  <c:v>3.1985689212172397</c:v>
                </c:pt>
                <c:pt idx="8">
                  <c:v>3.1985689212172397</c:v>
                </c:pt>
                <c:pt idx="9">
                  <c:v>3.1985689212172397</c:v>
                </c:pt>
                <c:pt idx="10">
                  <c:v>3.1985689212172397</c:v>
                </c:pt>
                <c:pt idx="11">
                  <c:v>3.1985689212172397</c:v>
                </c:pt>
                <c:pt idx="12">
                  <c:v>3.1985689212172397</c:v>
                </c:pt>
                <c:pt idx="13">
                  <c:v>3.1985689212172397</c:v>
                </c:pt>
                <c:pt idx="14">
                  <c:v>3.1985689212172397</c:v>
                </c:pt>
                <c:pt idx="15">
                  <c:v>3.1985689212172397</c:v>
                </c:pt>
                <c:pt idx="16">
                  <c:v>3.1985689212172397</c:v>
                </c:pt>
                <c:pt idx="17">
                  <c:v>3.1985689212172397</c:v>
                </c:pt>
                <c:pt idx="18">
                  <c:v>3.1985689212172397</c:v>
                </c:pt>
                <c:pt idx="19">
                  <c:v>3.1985689212172397</c:v>
                </c:pt>
                <c:pt idx="20">
                  <c:v>3.1985689212172397</c:v>
                </c:pt>
                <c:pt idx="21">
                  <c:v>3.1985689212172397</c:v>
                </c:pt>
                <c:pt idx="22">
                  <c:v>3.1985689212172397</c:v>
                </c:pt>
                <c:pt idx="23">
                  <c:v>3.1985689212172397</c:v>
                </c:pt>
                <c:pt idx="24">
                  <c:v>3.1985689212172397</c:v>
                </c:pt>
              </c:numCache>
            </c:numRef>
          </c:val>
          <c:extLst xmlns:c16r2="http://schemas.microsoft.com/office/drawing/2015/06/chart">
            <c:ext xmlns:c16="http://schemas.microsoft.com/office/drawing/2014/chart" uri="{C3380CC4-5D6E-409C-BE32-E72D297353CC}">
              <c16:uniqueId val="{00000028-4326-4766-94D4-46F79BE85741}"/>
            </c:ext>
          </c:extLst>
        </c:ser>
        <c:ser>
          <c:idx val="4"/>
          <c:order val="4"/>
          <c:tx>
            <c:strRef>
              <c:f>'B-Total Defects(M2) np Chart'!$F$1</c:f>
              <c:strCache>
                <c:ptCount val="1"/>
                <c:pt idx="0">
                  <c:v>Average</c:v>
                </c:pt>
              </c:strCache>
            </c:strRef>
          </c:tx>
          <c:spPr>
            <a:ln w="12700">
              <a:solidFill>
                <a:srgbClr val="00FFFF"/>
              </a:solidFill>
              <a:prstDash val="solid"/>
            </a:ln>
            <a:effectLst/>
          </c:spPr>
          <c:marker>
            <c:symbol val="none"/>
          </c:marker>
          <c:dLbls>
            <c:dLbl>
              <c:idx val="1"/>
              <c:layout>
                <c:manualLayout>
                  <c:x val="-1.9923371887934086E-2"/>
                  <c:y val="-1.4814814814814815E-2"/>
                </c:manualLayout>
              </c:layout>
              <c:tx>
                <c:rich>
                  <a:bodyPr wrap="square" lIns="38100" tIns="19050" rIns="38100" bIns="19050" anchor="ctr">
                    <a:spAutoFit/>
                  </a:bodyPr>
                  <a:lstStyle/>
                  <a:p>
                    <a:pPr>
                      <a:defRPr/>
                    </a:pPr>
                    <a:r>
                      <a:rPr lang="en-US"/>
                      <a:t>CL</a:t>
                    </a:r>
                  </a:p>
                </c:rich>
              </c:tx>
              <c:numFmt formatCode="0.0000" sourceLinked="0"/>
              <c:spPr>
                <a:noFill/>
                <a:ln>
                  <a:noFill/>
                </a:ln>
                <a:effectLst/>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29-4326-4766-94D4-46F79BE85741}"/>
                </c:ext>
              </c:extLst>
            </c:dLbl>
            <c:dLbl>
              <c:idx val="23"/>
              <c:layout>
                <c:manualLayout>
                  <c:x val="-1.9923371887934048E-2"/>
                  <c:y val="-1.4814814814814815E-2"/>
                </c:manualLayout>
              </c:layout>
              <c:numFmt formatCode="0.0000" sourceLinked="0"/>
              <c:spPr>
                <a:noFill/>
                <a:ln>
                  <a:noFill/>
                </a:ln>
                <a:effectLst/>
              </c:spPr>
              <c:txPr>
                <a:bodyPr wrap="square" lIns="38100" tIns="19050" rIns="38100" bIns="19050" anchor="ctr">
                  <a:spAutoFit/>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2A-4326-4766-94D4-46F79BE85741}"/>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Chart'!$F$2:$F$26</c:f>
              <c:numCache>
                <c:formatCode>0.000</c:formatCode>
                <c:ptCount val="25"/>
                <c:pt idx="0">
                  <c:v>1.8800000000000001</c:v>
                </c:pt>
                <c:pt idx="1">
                  <c:v>1.8800000000000001</c:v>
                </c:pt>
                <c:pt idx="2">
                  <c:v>1.8800000000000001</c:v>
                </c:pt>
                <c:pt idx="3">
                  <c:v>1.8800000000000001</c:v>
                </c:pt>
                <c:pt idx="4">
                  <c:v>1.8800000000000001</c:v>
                </c:pt>
                <c:pt idx="5">
                  <c:v>1.8800000000000001</c:v>
                </c:pt>
                <c:pt idx="6">
                  <c:v>1.8800000000000001</c:v>
                </c:pt>
                <c:pt idx="7">
                  <c:v>1.8800000000000001</c:v>
                </c:pt>
                <c:pt idx="8">
                  <c:v>1.8800000000000001</c:v>
                </c:pt>
                <c:pt idx="9">
                  <c:v>1.8800000000000001</c:v>
                </c:pt>
                <c:pt idx="10">
                  <c:v>1.8800000000000001</c:v>
                </c:pt>
                <c:pt idx="11">
                  <c:v>1.8800000000000001</c:v>
                </c:pt>
                <c:pt idx="12">
                  <c:v>1.8800000000000001</c:v>
                </c:pt>
                <c:pt idx="13">
                  <c:v>1.8800000000000001</c:v>
                </c:pt>
                <c:pt idx="14">
                  <c:v>1.8800000000000001</c:v>
                </c:pt>
                <c:pt idx="15">
                  <c:v>1.8800000000000001</c:v>
                </c:pt>
                <c:pt idx="16">
                  <c:v>1.8800000000000001</c:v>
                </c:pt>
                <c:pt idx="17">
                  <c:v>1.8800000000000001</c:v>
                </c:pt>
                <c:pt idx="18">
                  <c:v>1.8800000000000001</c:v>
                </c:pt>
                <c:pt idx="19">
                  <c:v>1.8800000000000001</c:v>
                </c:pt>
                <c:pt idx="20">
                  <c:v>1.8800000000000001</c:v>
                </c:pt>
                <c:pt idx="21">
                  <c:v>1.8800000000000001</c:v>
                </c:pt>
                <c:pt idx="22">
                  <c:v>1.8800000000000001</c:v>
                </c:pt>
                <c:pt idx="23">
                  <c:v>1.8800000000000001</c:v>
                </c:pt>
                <c:pt idx="24">
                  <c:v>1.8800000000000001</c:v>
                </c:pt>
              </c:numCache>
            </c:numRef>
          </c:val>
          <c:extLst xmlns:c16r2="http://schemas.microsoft.com/office/drawing/2015/06/chart">
            <c:ext xmlns:c16="http://schemas.microsoft.com/office/drawing/2014/chart" uri="{C3380CC4-5D6E-409C-BE32-E72D297353CC}">
              <c16:uniqueId val="{0000002B-4326-4766-94D4-46F79BE85741}"/>
            </c:ext>
          </c:extLst>
        </c:ser>
        <c:ser>
          <c:idx val="5"/>
          <c:order val="5"/>
          <c:tx>
            <c:strRef>
              <c:f>'B-Total Defects(M2) np Chart'!$G$1</c:f>
              <c:strCache>
                <c:ptCount val="1"/>
                <c:pt idx="0">
                  <c:v> -1 Sigma</c:v>
                </c:pt>
              </c:strCache>
            </c:strRef>
          </c:tx>
          <c:spPr>
            <a:ln w="25400">
              <a:noFill/>
            </a:ln>
            <a:effectLst/>
          </c:spPr>
          <c:marker>
            <c:symbol val="none"/>
          </c:marker>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Chart'!$G$2:$G$26</c:f>
              <c:numCache>
                <c:formatCode>0.000</c:formatCode>
                <c:ptCount val="25"/>
                <c:pt idx="0">
                  <c:v>0.56143107878275766</c:v>
                </c:pt>
                <c:pt idx="1">
                  <c:v>0.56143107878275766</c:v>
                </c:pt>
                <c:pt idx="2">
                  <c:v>0.56143107878275766</c:v>
                </c:pt>
                <c:pt idx="3">
                  <c:v>0.56143107878275766</c:v>
                </c:pt>
                <c:pt idx="4">
                  <c:v>0.56143107878275766</c:v>
                </c:pt>
                <c:pt idx="5">
                  <c:v>0.56143107878275766</c:v>
                </c:pt>
                <c:pt idx="6">
                  <c:v>0.56143107878275766</c:v>
                </c:pt>
                <c:pt idx="7">
                  <c:v>0.56143107878275766</c:v>
                </c:pt>
                <c:pt idx="8">
                  <c:v>0.56143107878275766</c:v>
                </c:pt>
                <c:pt idx="9">
                  <c:v>0.56143107878275766</c:v>
                </c:pt>
                <c:pt idx="10">
                  <c:v>0.56143107878275766</c:v>
                </c:pt>
                <c:pt idx="11">
                  <c:v>0.56143107878275766</c:v>
                </c:pt>
                <c:pt idx="12">
                  <c:v>0.56143107878275766</c:v>
                </c:pt>
                <c:pt idx="13">
                  <c:v>0.56143107878275766</c:v>
                </c:pt>
                <c:pt idx="14">
                  <c:v>0.56143107878275766</c:v>
                </c:pt>
                <c:pt idx="15">
                  <c:v>0.56143107878275766</c:v>
                </c:pt>
                <c:pt idx="16">
                  <c:v>0.56143107878275766</c:v>
                </c:pt>
                <c:pt idx="17">
                  <c:v>0.56143107878275766</c:v>
                </c:pt>
                <c:pt idx="18">
                  <c:v>0.56143107878275766</c:v>
                </c:pt>
                <c:pt idx="19">
                  <c:v>0.56143107878275766</c:v>
                </c:pt>
                <c:pt idx="20">
                  <c:v>0.56143107878275766</c:v>
                </c:pt>
                <c:pt idx="21">
                  <c:v>0.56143107878275766</c:v>
                </c:pt>
                <c:pt idx="22">
                  <c:v>0.56143107878275766</c:v>
                </c:pt>
                <c:pt idx="23">
                  <c:v>0.56143107878275766</c:v>
                </c:pt>
                <c:pt idx="24">
                  <c:v>0.56143107878275766</c:v>
                </c:pt>
              </c:numCache>
            </c:numRef>
          </c:val>
          <c:extLst xmlns:c16r2="http://schemas.microsoft.com/office/drawing/2015/06/chart">
            <c:ext xmlns:c16="http://schemas.microsoft.com/office/drawing/2014/chart" uri="{C3380CC4-5D6E-409C-BE32-E72D297353CC}">
              <c16:uniqueId val="{0000002C-4326-4766-94D4-46F79BE85741}"/>
            </c:ext>
          </c:extLst>
        </c:ser>
        <c:ser>
          <c:idx val="6"/>
          <c:order val="6"/>
          <c:tx>
            <c:strRef>
              <c:f>'B-Total Defects(M2) np Chart'!$H$1</c:f>
              <c:strCache>
                <c:ptCount val="1"/>
                <c:pt idx="0">
                  <c:v> -2 Sigma</c:v>
                </c:pt>
              </c:strCache>
            </c:strRef>
          </c:tx>
          <c:spPr>
            <a:ln w="25400">
              <a:noFill/>
            </a:ln>
            <a:effectLst/>
          </c:spPr>
          <c:marker>
            <c:symbol val="none"/>
          </c:marker>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Chart'!$H$2:$H$26</c:f>
              <c:numCache>
                <c:formatCode>0.000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2D-4326-4766-94D4-46F79BE85741}"/>
            </c:ext>
          </c:extLst>
        </c:ser>
        <c:ser>
          <c:idx val="7"/>
          <c:order val="7"/>
          <c:tx>
            <c:strRef>
              <c:f>'B-Total Defects(M2) np Chart'!$I$1</c:f>
              <c:strCache>
                <c:ptCount val="1"/>
                <c:pt idx="0">
                  <c:v>LCL</c:v>
                </c:pt>
              </c:strCache>
            </c:strRef>
          </c:tx>
          <c:spPr>
            <a:ln w="12700">
              <a:solidFill>
                <a:srgbClr val="FF0000"/>
              </a:solidFill>
              <a:prstDash val="lgDash"/>
            </a:ln>
            <a:effectLst/>
          </c:spPr>
          <c:marker>
            <c:symbol val="none"/>
          </c:marker>
          <c:cat>
            <c:strRef>
              <c:f>'B-Total Defects(M2) np Chart'!$A$2:$A$26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'B-Total Defects(M2) np Chart'!$I$2:$I$26</c:f>
              <c:numCache>
                <c:formatCode>0.000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2E-4326-4766-94D4-46F79BE85741}"/>
            </c:ext>
          </c:extLst>
        </c:ser>
        <c:marker val="1"/>
        <c:axId val="124540416"/>
        <c:axId val="124542336"/>
      </c:lineChart>
      <c:catAx>
        <c:axId val="124540416"/>
        <c:scaling>
          <c:orientation val="minMax"/>
        </c:scaling>
        <c:axPos val="b"/>
        <c:title>
          <c:tx>
            <c:rich>
              <a:bodyPr/>
              <a:lstStyle/>
              <a:p>
                <a:pPr>
                  <a:defRPr/>
                </a:pPr>
                <a:r>
                  <a:rPr lang="en-US"/>
                  <a:t>Batches</a:t>
                </a:r>
              </a:p>
            </c:rich>
          </c:tx>
        </c:title>
        <c:numFmt formatCode="General" sourceLinked="1"/>
        <c:tickLblPos val="nextTo"/>
        <c:crossAx val="124542336"/>
        <c:crosses val="autoZero"/>
        <c:lblAlgn val="ctr"/>
        <c:lblOffset val="100"/>
      </c:catAx>
      <c:valAx>
        <c:axId val="124542336"/>
        <c:scaling>
          <c:orientation val="minMax"/>
        </c:scaling>
        <c:axPos val="l"/>
        <c:title>
          <c:tx>
            <c:rich>
              <a:bodyPr/>
              <a:lstStyle/>
              <a:p>
                <a:pPr>
                  <a:defRPr/>
                </a:pPr>
                <a:r>
                  <a:rPr lang="en-US"/>
                  <a:t>Total Defects(M2)</a:t>
                </a:r>
              </a:p>
            </c:rich>
          </c:tx>
        </c:title>
        <c:numFmt formatCode="0.000" sourceLinked="1"/>
        <c:tickLblPos val="nextTo"/>
        <c:crossAx val="124540416"/>
        <c:crosses val="autoZero"/>
        <c:crossBetween val="midCat"/>
      </c:valAx>
      <c:spPr>
        <a:noFill/>
        <a:ln w="25400">
          <a:noFill/>
        </a:ln>
      </c:spPr>
    </c:plotArea>
    <c:dispBlanksAs val="gap"/>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IN"/>
              <a:t>np Chart for cleaning (Improved)</a:t>
            </a:r>
          </a:p>
        </c:rich>
      </c:tx>
    </c:title>
    <c:plotArea>
      <c:layout>
        <c:manualLayout>
          <c:layoutTarget val="inner"/>
          <c:xMode val="edge"/>
          <c:yMode val="edge"/>
          <c:x val="8.1940076164197698E-2"/>
          <c:y val="0.10732250222897474"/>
          <c:w val="0.88991890610876234"/>
          <c:h val="0.76983977688580318"/>
        </c:manualLayout>
      </c:layout>
      <c:lineChart>
        <c:grouping val="standard"/>
        <c:ser>
          <c:idx val="0"/>
          <c:order val="0"/>
          <c:tx>
            <c:strRef>
              <c:f>'F:\f drive\pro..ject\[Sigma Level.xlsx]npChart cleaning(Improved)'!$B$1</c:f>
              <c:strCache>
                <c:ptCount val="1"/>
                <c:pt idx="0">
                  <c:v>Data1</c:v>
                </c:pt>
              </c:strCache>
            </c:strRef>
          </c:tx>
          <c:spPr>
            <a:ln w="12700">
              <a:solidFill>
                <a:srgbClr val="000080"/>
              </a:solidFill>
              <a:prstDash val="solid"/>
            </a:ln>
            <a:effectLst/>
          </c:spPr>
          <c:marker>
            <c:symbol val="square"/>
            <c:size val="6"/>
            <c:spPr>
              <a:solidFill>
                <a:srgbClr val="000080"/>
              </a:solidFill>
              <a:ln>
                <a:solidFill>
                  <a:srgbClr val="000080"/>
                </a:solidFill>
                <a:prstDash val="solid"/>
              </a:ln>
            </c:spPr>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cleaning(Improved)'!$B$2:$B$26</c:f>
              <c:numCache>
                <c:formatCode>General</c:formatCode>
                <c:ptCount val="25"/>
                <c:pt idx="0">
                  <c:v>2</c:v>
                </c:pt>
                <c:pt idx="1">
                  <c:v>5</c:v>
                </c:pt>
                <c:pt idx="2">
                  <c:v>2</c:v>
                </c:pt>
                <c:pt idx="3">
                  <c:v>1</c:v>
                </c:pt>
                <c:pt idx="4">
                  <c:v>4</c:v>
                </c:pt>
                <c:pt idx="5">
                  <c:v>4</c:v>
                </c:pt>
                <c:pt idx="6">
                  <c:v>2</c:v>
                </c:pt>
                <c:pt idx="7">
                  <c:v>2</c:v>
                </c:pt>
                <c:pt idx="8">
                  <c:v>3</c:v>
                </c:pt>
                <c:pt idx="9">
                  <c:v>4</c:v>
                </c:pt>
                <c:pt idx="10">
                  <c:v>2</c:v>
                </c:pt>
                <c:pt idx="11">
                  <c:v>3</c:v>
                </c:pt>
                <c:pt idx="12">
                  <c:v>1</c:v>
                </c:pt>
                <c:pt idx="13">
                  <c:v>2</c:v>
                </c:pt>
                <c:pt idx="14">
                  <c:v>3</c:v>
                </c:pt>
                <c:pt idx="15">
                  <c:v>1</c:v>
                </c:pt>
                <c:pt idx="16">
                  <c:v>3</c:v>
                </c:pt>
                <c:pt idx="17">
                  <c:v>2</c:v>
                </c:pt>
                <c:pt idx="18">
                  <c:v>2</c:v>
                </c:pt>
                <c:pt idx="19">
                  <c:v>1</c:v>
                </c:pt>
                <c:pt idx="20">
                  <c:v>3</c:v>
                </c:pt>
                <c:pt idx="21">
                  <c:v>3</c:v>
                </c:pt>
                <c:pt idx="22">
                  <c:v>3</c:v>
                </c:pt>
                <c:pt idx="23">
                  <c:v>3</c:v>
                </c:pt>
                <c:pt idx="24">
                  <c:v>3</c:v>
                </c:pt>
              </c:numCache>
            </c:numRef>
          </c:val>
          <c:extLst xmlns:c16r2="http://schemas.microsoft.com/office/drawing/2015/06/chart">
            <c:ext xmlns:c16="http://schemas.microsoft.com/office/drawing/2014/chart" uri="{C3380CC4-5D6E-409C-BE32-E72D297353CC}">
              <c16:uniqueId val="{00000000-3234-4E27-B1C1-29D7DEDF698D}"/>
            </c:ext>
          </c:extLst>
        </c:ser>
        <c:ser>
          <c:idx val="1"/>
          <c:order val="1"/>
          <c:tx>
            <c:strRef>
              <c:f>'F:\f drive\pro..ject\[Sigma Level.xlsx]npChart cleaning(Improved)'!$C$1</c:f>
              <c:strCache>
                <c:ptCount val="1"/>
                <c:pt idx="0">
                  <c:v>UCL</c:v>
                </c:pt>
              </c:strCache>
            </c:strRef>
          </c:tx>
          <c:spPr>
            <a:ln w="12700">
              <a:solidFill>
                <a:srgbClr val="FF0000"/>
              </a:solidFill>
              <a:prstDash val="lgDash"/>
            </a:ln>
            <a:effectLst/>
          </c:spPr>
          <c:marker>
            <c:symbol val="none"/>
          </c:marker>
          <c:dLbls>
            <c:dLbl>
              <c:idx val="1"/>
              <c:tx>
                <c:rich>
                  <a:bodyPr/>
                  <a:lstStyle/>
                  <a:p>
                    <a:pPr>
                      <a:defRPr/>
                    </a:pPr>
                    <a:r>
                      <a:rPr lang="en-US"/>
                      <a:t>UCL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3234-4E27-B1C1-29D7DEDF698D}"/>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3234-4E27-B1C1-29D7DEDF698D}"/>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cleaning(Improved)'!$C$2:$C$26</c:f>
              <c:numCache>
                <c:formatCode>General</c:formatCode>
                <c:ptCount val="25"/>
                <c:pt idx="0">
                  <c:v>7.1076042044135725</c:v>
                </c:pt>
                <c:pt idx="1">
                  <c:v>7.1076042044135725</c:v>
                </c:pt>
                <c:pt idx="2">
                  <c:v>7.1076042044135725</c:v>
                </c:pt>
                <c:pt idx="3">
                  <c:v>7.1076042044135725</c:v>
                </c:pt>
                <c:pt idx="4">
                  <c:v>7.1076042044135725</c:v>
                </c:pt>
                <c:pt idx="5">
                  <c:v>7.1076042044135725</c:v>
                </c:pt>
                <c:pt idx="6">
                  <c:v>7.1076042044135725</c:v>
                </c:pt>
                <c:pt idx="7">
                  <c:v>7.1076042044135725</c:v>
                </c:pt>
                <c:pt idx="8">
                  <c:v>7.1076042044135725</c:v>
                </c:pt>
                <c:pt idx="9">
                  <c:v>7.1076042044135725</c:v>
                </c:pt>
                <c:pt idx="10">
                  <c:v>7.1076042044135725</c:v>
                </c:pt>
                <c:pt idx="11">
                  <c:v>7.1076042044135725</c:v>
                </c:pt>
                <c:pt idx="12">
                  <c:v>7.1076042044135725</c:v>
                </c:pt>
                <c:pt idx="13">
                  <c:v>7.1076042044135725</c:v>
                </c:pt>
                <c:pt idx="14">
                  <c:v>7.1076042044135725</c:v>
                </c:pt>
                <c:pt idx="15">
                  <c:v>7.1076042044135725</c:v>
                </c:pt>
                <c:pt idx="16">
                  <c:v>7.1076042044135725</c:v>
                </c:pt>
                <c:pt idx="17">
                  <c:v>7.1076042044135725</c:v>
                </c:pt>
                <c:pt idx="18">
                  <c:v>7.1076042044135725</c:v>
                </c:pt>
                <c:pt idx="19">
                  <c:v>7.1076042044135725</c:v>
                </c:pt>
                <c:pt idx="20">
                  <c:v>7.1076042044135725</c:v>
                </c:pt>
                <c:pt idx="21">
                  <c:v>7.1076042044135725</c:v>
                </c:pt>
                <c:pt idx="22">
                  <c:v>7.1076042044135725</c:v>
                </c:pt>
                <c:pt idx="23">
                  <c:v>7.1076042044135725</c:v>
                </c:pt>
                <c:pt idx="24">
                  <c:v>7.1076042044135725</c:v>
                </c:pt>
              </c:numCache>
            </c:numRef>
          </c:val>
          <c:extLst xmlns:c16r2="http://schemas.microsoft.com/office/drawing/2015/06/chart">
            <c:ext xmlns:c16="http://schemas.microsoft.com/office/drawing/2014/chart" uri="{C3380CC4-5D6E-409C-BE32-E72D297353CC}">
              <c16:uniqueId val="{00000003-3234-4E27-B1C1-29D7DEDF698D}"/>
            </c:ext>
          </c:extLst>
        </c:ser>
        <c:ser>
          <c:idx val="2"/>
          <c:order val="2"/>
          <c:tx>
            <c:strRef>
              <c:f>'F:\f drive\pro..ject\[Sigma Level.xlsx]npChart cleaning(Improved)'!$D$1</c:f>
              <c:strCache>
                <c:ptCount val="1"/>
                <c:pt idx="0">
                  <c:v> +2 Sigma</c:v>
                </c:pt>
              </c:strCache>
            </c:strRef>
          </c:tx>
          <c:spPr>
            <a:ln w="25400">
              <a:noFill/>
            </a:ln>
            <a:effectLst/>
          </c:spPr>
          <c:marker>
            <c:symbol val="none"/>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cleaning(Improved)'!$D$2:$D$26</c:f>
              <c:numCache>
                <c:formatCode>General</c:formatCode>
                <c:ptCount val="25"/>
                <c:pt idx="0">
                  <c:v>5.5917361362757072</c:v>
                </c:pt>
                <c:pt idx="1">
                  <c:v>5.5917361362757072</c:v>
                </c:pt>
                <c:pt idx="2">
                  <c:v>5.5917361362757072</c:v>
                </c:pt>
                <c:pt idx="3">
                  <c:v>5.5917361362757072</c:v>
                </c:pt>
                <c:pt idx="4">
                  <c:v>5.5917361362757072</c:v>
                </c:pt>
                <c:pt idx="5">
                  <c:v>5.5917361362757072</c:v>
                </c:pt>
                <c:pt idx="6">
                  <c:v>5.5917361362757072</c:v>
                </c:pt>
                <c:pt idx="7">
                  <c:v>5.5917361362757072</c:v>
                </c:pt>
                <c:pt idx="8">
                  <c:v>5.5917361362757072</c:v>
                </c:pt>
                <c:pt idx="9">
                  <c:v>5.5917361362757072</c:v>
                </c:pt>
                <c:pt idx="10">
                  <c:v>5.5917361362757072</c:v>
                </c:pt>
                <c:pt idx="11">
                  <c:v>5.5917361362757072</c:v>
                </c:pt>
                <c:pt idx="12">
                  <c:v>5.5917361362757072</c:v>
                </c:pt>
                <c:pt idx="13">
                  <c:v>5.5917361362757072</c:v>
                </c:pt>
                <c:pt idx="14">
                  <c:v>5.5917361362757072</c:v>
                </c:pt>
                <c:pt idx="15">
                  <c:v>5.5917361362757072</c:v>
                </c:pt>
                <c:pt idx="16">
                  <c:v>5.5917361362757072</c:v>
                </c:pt>
                <c:pt idx="17">
                  <c:v>5.5917361362757072</c:v>
                </c:pt>
                <c:pt idx="18">
                  <c:v>5.5917361362757072</c:v>
                </c:pt>
                <c:pt idx="19">
                  <c:v>5.5917361362757072</c:v>
                </c:pt>
                <c:pt idx="20">
                  <c:v>5.5917361362757072</c:v>
                </c:pt>
                <c:pt idx="21">
                  <c:v>5.5917361362757072</c:v>
                </c:pt>
                <c:pt idx="22">
                  <c:v>5.5917361362757072</c:v>
                </c:pt>
                <c:pt idx="23">
                  <c:v>5.5917361362757072</c:v>
                </c:pt>
                <c:pt idx="24">
                  <c:v>5.5917361362757072</c:v>
                </c:pt>
              </c:numCache>
            </c:numRef>
          </c:val>
          <c:extLst xmlns:c16r2="http://schemas.microsoft.com/office/drawing/2015/06/chart">
            <c:ext xmlns:c16="http://schemas.microsoft.com/office/drawing/2014/chart" uri="{C3380CC4-5D6E-409C-BE32-E72D297353CC}">
              <c16:uniqueId val="{00000004-3234-4E27-B1C1-29D7DEDF698D}"/>
            </c:ext>
          </c:extLst>
        </c:ser>
        <c:ser>
          <c:idx val="3"/>
          <c:order val="3"/>
          <c:tx>
            <c:strRef>
              <c:f>'F:\f drive\pro..ject\[Sigma Level.xlsx]npChart cleaning(Improved)'!$E$1</c:f>
              <c:strCache>
                <c:ptCount val="1"/>
                <c:pt idx="0">
                  <c:v> +1 Sigma</c:v>
                </c:pt>
              </c:strCache>
            </c:strRef>
          </c:tx>
          <c:spPr>
            <a:ln w="25400">
              <a:noFill/>
            </a:ln>
            <a:effectLst/>
          </c:spPr>
          <c:marker>
            <c:symbol val="none"/>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cleaning(Improved)'!$E$2:$E$26</c:f>
              <c:numCache>
                <c:formatCode>General</c:formatCode>
                <c:ptCount val="25"/>
                <c:pt idx="0">
                  <c:v>4.0758680681378578</c:v>
                </c:pt>
                <c:pt idx="1">
                  <c:v>4.0758680681378578</c:v>
                </c:pt>
                <c:pt idx="2">
                  <c:v>4.0758680681378578</c:v>
                </c:pt>
                <c:pt idx="3">
                  <c:v>4.0758680681378578</c:v>
                </c:pt>
                <c:pt idx="4">
                  <c:v>4.0758680681378578</c:v>
                </c:pt>
                <c:pt idx="5">
                  <c:v>4.0758680681378578</c:v>
                </c:pt>
                <c:pt idx="6">
                  <c:v>4.0758680681378578</c:v>
                </c:pt>
                <c:pt idx="7">
                  <c:v>4.0758680681378578</c:v>
                </c:pt>
                <c:pt idx="8">
                  <c:v>4.0758680681378578</c:v>
                </c:pt>
                <c:pt idx="9">
                  <c:v>4.0758680681378578</c:v>
                </c:pt>
                <c:pt idx="10">
                  <c:v>4.0758680681378578</c:v>
                </c:pt>
                <c:pt idx="11">
                  <c:v>4.0758680681378578</c:v>
                </c:pt>
                <c:pt idx="12">
                  <c:v>4.0758680681378578</c:v>
                </c:pt>
                <c:pt idx="13">
                  <c:v>4.0758680681378578</c:v>
                </c:pt>
                <c:pt idx="14">
                  <c:v>4.0758680681378578</c:v>
                </c:pt>
                <c:pt idx="15">
                  <c:v>4.0758680681378578</c:v>
                </c:pt>
                <c:pt idx="16">
                  <c:v>4.0758680681378578</c:v>
                </c:pt>
                <c:pt idx="17">
                  <c:v>4.0758680681378578</c:v>
                </c:pt>
                <c:pt idx="18">
                  <c:v>4.0758680681378578</c:v>
                </c:pt>
                <c:pt idx="19">
                  <c:v>4.0758680681378578</c:v>
                </c:pt>
                <c:pt idx="20">
                  <c:v>4.0758680681378578</c:v>
                </c:pt>
                <c:pt idx="21">
                  <c:v>4.0758680681378578</c:v>
                </c:pt>
                <c:pt idx="22">
                  <c:v>4.0758680681378578</c:v>
                </c:pt>
                <c:pt idx="23">
                  <c:v>4.0758680681378578</c:v>
                </c:pt>
                <c:pt idx="24">
                  <c:v>4.0758680681378578</c:v>
                </c:pt>
              </c:numCache>
            </c:numRef>
          </c:val>
          <c:extLst xmlns:c16r2="http://schemas.microsoft.com/office/drawing/2015/06/chart">
            <c:ext xmlns:c16="http://schemas.microsoft.com/office/drawing/2014/chart" uri="{C3380CC4-5D6E-409C-BE32-E72D297353CC}">
              <c16:uniqueId val="{00000005-3234-4E27-B1C1-29D7DEDF698D}"/>
            </c:ext>
          </c:extLst>
        </c:ser>
        <c:ser>
          <c:idx val="4"/>
          <c:order val="4"/>
          <c:tx>
            <c:strRef>
              <c:f>'F:\f drive\pro..ject\[Sigma Level.xlsx]npChart cleaning(Improved)'!$F$1</c:f>
              <c:strCache>
                <c:ptCount val="1"/>
                <c:pt idx="0">
                  <c:v>Average</c:v>
                </c:pt>
              </c:strCache>
            </c:strRef>
          </c:tx>
          <c:spPr>
            <a:ln w="12700">
              <a:solidFill>
                <a:srgbClr val="00FFFF"/>
              </a:solidFill>
              <a:prstDash val="solid"/>
            </a:ln>
            <a:effectLst/>
          </c:spPr>
          <c:marker>
            <c:symbol val="none"/>
          </c:marker>
          <c:dLbls>
            <c:dLbl>
              <c:idx val="1"/>
              <c:tx>
                <c:rich>
                  <a:bodyPr/>
                  <a:lstStyle/>
                  <a:p>
                    <a:pPr>
                      <a:defRPr/>
                    </a:pPr>
                    <a:r>
                      <a:rPr lang="en-US"/>
                      <a:t>CL</a:t>
                    </a:r>
                  </a:p>
                </c:rich>
              </c:tx>
              <c:numFmt formatCode="0.0000" sourceLinked="0"/>
              <c:sp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3234-4E27-B1C1-29D7DEDF698D}"/>
                </c:ext>
              </c:extLst>
            </c:dLbl>
            <c:dLbl>
              <c:idx val="23"/>
              <c:numFmt formatCode="0.0000" sourceLinked="0"/>
              <c:spPr/>
              <c:txPr>
                <a:bodyPr/>
                <a:lstStyle/>
                <a:p>
                  <a:pPr>
                    <a:defRPr/>
                  </a:pPr>
                  <a:endParaRPr lang="en-US"/>
                </a:p>
              </c:txPr>
              <c:showVal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3234-4E27-B1C1-29D7DEDF698D}"/>
                </c:ext>
              </c:extLst>
            </c:dLbl>
            <c:delete val="1"/>
            <c:spPr>
              <a:noFill/>
              <a:ln>
                <a:noFill/>
              </a:ln>
              <a:effectLst/>
            </c:spPr>
            <c:extLst xmlns:c16r2="http://schemas.microsoft.com/office/drawing/2015/06/chart">
              <c:ext xmlns:c15="http://schemas.microsoft.com/office/drawing/2012/chart" uri="{CE6537A1-D6FC-4f65-9D91-7224C49458BB}">
                <c15:showLeaderLines val="0"/>
              </c:ext>
            </c:extLst>
          </c:dLbls>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cleaning(Improved)'!$F$2:$F$26</c:f>
              <c:numCache>
                <c:formatCode>General</c:formatCode>
                <c:ptCount val="25"/>
                <c:pt idx="0">
                  <c:v>2.56</c:v>
                </c:pt>
                <c:pt idx="1">
                  <c:v>2.56</c:v>
                </c:pt>
                <c:pt idx="2">
                  <c:v>2.56</c:v>
                </c:pt>
                <c:pt idx="3">
                  <c:v>2.56</c:v>
                </c:pt>
                <c:pt idx="4">
                  <c:v>2.56</c:v>
                </c:pt>
                <c:pt idx="5">
                  <c:v>2.56</c:v>
                </c:pt>
                <c:pt idx="6">
                  <c:v>2.56</c:v>
                </c:pt>
                <c:pt idx="7">
                  <c:v>2.56</c:v>
                </c:pt>
                <c:pt idx="8">
                  <c:v>2.56</c:v>
                </c:pt>
                <c:pt idx="9">
                  <c:v>2.56</c:v>
                </c:pt>
                <c:pt idx="10">
                  <c:v>2.56</c:v>
                </c:pt>
                <c:pt idx="11">
                  <c:v>2.56</c:v>
                </c:pt>
                <c:pt idx="12">
                  <c:v>2.56</c:v>
                </c:pt>
                <c:pt idx="13">
                  <c:v>2.56</c:v>
                </c:pt>
                <c:pt idx="14">
                  <c:v>2.56</c:v>
                </c:pt>
                <c:pt idx="15">
                  <c:v>2.56</c:v>
                </c:pt>
                <c:pt idx="16">
                  <c:v>2.56</c:v>
                </c:pt>
                <c:pt idx="17">
                  <c:v>2.56</c:v>
                </c:pt>
                <c:pt idx="18">
                  <c:v>2.56</c:v>
                </c:pt>
                <c:pt idx="19">
                  <c:v>2.56</c:v>
                </c:pt>
                <c:pt idx="20">
                  <c:v>2.56</c:v>
                </c:pt>
                <c:pt idx="21">
                  <c:v>2.56</c:v>
                </c:pt>
                <c:pt idx="22">
                  <c:v>2.56</c:v>
                </c:pt>
                <c:pt idx="23">
                  <c:v>2.56</c:v>
                </c:pt>
                <c:pt idx="24">
                  <c:v>2.56</c:v>
                </c:pt>
              </c:numCache>
            </c:numRef>
          </c:val>
          <c:extLst xmlns:c16r2="http://schemas.microsoft.com/office/drawing/2015/06/chart">
            <c:ext xmlns:c16="http://schemas.microsoft.com/office/drawing/2014/chart" uri="{C3380CC4-5D6E-409C-BE32-E72D297353CC}">
              <c16:uniqueId val="{00000008-3234-4E27-B1C1-29D7DEDF698D}"/>
            </c:ext>
          </c:extLst>
        </c:ser>
        <c:ser>
          <c:idx val="5"/>
          <c:order val="5"/>
          <c:tx>
            <c:strRef>
              <c:f>'F:\f drive\pro..ject\[Sigma Level.xlsx]npChart cleaning(Improved)'!$G$1</c:f>
              <c:strCache>
                <c:ptCount val="1"/>
                <c:pt idx="0">
                  <c:v> -1 Sigma</c:v>
                </c:pt>
              </c:strCache>
            </c:strRef>
          </c:tx>
          <c:spPr>
            <a:ln w="25400">
              <a:noFill/>
            </a:ln>
            <a:effectLst/>
          </c:spPr>
          <c:marker>
            <c:symbol val="none"/>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cleaning(Improved)'!$G$2:$G$26</c:f>
              <c:numCache>
                <c:formatCode>General</c:formatCode>
                <c:ptCount val="25"/>
                <c:pt idx="0">
                  <c:v>1.0441319318621427</c:v>
                </c:pt>
                <c:pt idx="1">
                  <c:v>1.0441319318621427</c:v>
                </c:pt>
                <c:pt idx="2">
                  <c:v>1.0441319318621427</c:v>
                </c:pt>
                <c:pt idx="3">
                  <c:v>1.0441319318621427</c:v>
                </c:pt>
                <c:pt idx="4">
                  <c:v>1.0441319318621427</c:v>
                </c:pt>
                <c:pt idx="5">
                  <c:v>1.0441319318621427</c:v>
                </c:pt>
                <c:pt idx="6">
                  <c:v>1.0441319318621427</c:v>
                </c:pt>
                <c:pt idx="7">
                  <c:v>1.0441319318621427</c:v>
                </c:pt>
                <c:pt idx="8">
                  <c:v>1.0441319318621427</c:v>
                </c:pt>
                <c:pt idx="9">
                  <c:v>1.0441319318621427</c:v>
                </c:pt>
                <c:pt idx="10">
                  <c:v>1.0441319318621427</c:v>
                </c:pt>
                <c:pt idx="11">
                  <c:v>1.0441319318621427</c:v>
                </c:pt>
                <c:pt idx="12">
                  <c:v>1.0441319318621427</c:v>
                </c:pt>
                <c:pt idx="13">
                  <c:v>1.0441319318621427</c:v>
                </c:pt>
                <c:pt idx="14">
                  <c:v>1.0441319318621427</c:v>
                </c:pt>
                <c:pt idx="15">
                  <c:v>1.0441319318621427</c:v>
                </c:pt>
                <c:pt idx="16">
                  <c:v>1.0441319318621427</c:v>
                </c:pt>
                <c:pt idx="17">
                  <c:v>1.0441319318621427</c:v>
                </c:pt>
                <c:pt idx="18">
                  <c:v>1.0441319318621427</c:v>
                </c:pt>
                <c:pt idx="19">
                  <c:v>1.0441319318621427</c:v>
                </c:pt>
                <c:pt idx="20">
                  <c:v>1.0441319318621427</c:v>
                </c:pt>
                <c:pt idx="21">
                  <c:v>1.0441319318621427</c:v>
                </c:pt>
                <c:pt idx="22">
                  <c:v>1.0441319318621427</c:v>
                </c:pt>
                <c:pt idx="23">
                  <c:v>1.0441319318621427</c:v>
                </c:pt>
                <c:pt idx="24">
                  <c:v>1.0441319318621427</c:v>
                </c:pt>
              </c:numCache>
            </c:numRef>
          </c:val>
          <c:extLst xmlns:c16r2="http://schemas.microsoft.com/office/drawing/2015/06/chart">
            <c:ext xmlns:c16="http://schemas.microsoft.com/office/drawing/2014/chart" uri="{C3380CC4-5D6E-409C-BE32-E72D297353CC}">
              <c16:uniqueId val="{00000009-3234-4E27-B1C1-29D7DEDF698D}"/>
            </c:ext>
          </c:extLst>
        </c:ser>
        <c:ser>
          <c:idx val="6"/>
          <c:order val="6"/>
          <c:tx>
            <c:strRef>
              <c:f>'F:\f drive\pro..ject\[Sigma Level.xlsx]npChart cleaning(Improved)'!$H$1</c:f>
              <c:strCache>
                <c:ptCount val="1"/>
                <c:pt idx="0">
                  <c:v> -2 Sigma</c:v>
                </c:pt>
              </c:strCache>
            </c:strRef>
          </c:tx>
          <c:spPr>
            <a:ln w="25400">
              <a:noFill/>
            </a:ln>
            <a:effectLst/>
          </c:spPr>
          <c:marker>
            <c:symbol val="none"/>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cleaning(Improved)'!$H$2:$H$26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A-3234-4E27-B1C1-29D7DEDF698D}"/>
            </c:ext>
          </c:extLst>
        </c:ser>
        <c:ser>
          <c:idx val="7"/>
          <c:order val="7"/>
          <c:tx>
            <c:strRef>
              <c:f>'F:\f drive\pro..ject\[Sigma Level.xlsx]npChart cleaning(Improved)'!$I$1</c:f>
              <c:strCache>
                <c:ptCount val="1"/>
                <c:pt idx="0">
                  <c:v>LCL</c:v>
                </c:pt>
              </c:strCache>
            </c:strRef>
          </c:tx>
          <c:spPr>
            <a:ln w="12700">
              <a:solidFill>
                <a:srgbClr val="FF0000"/>
              </a:solidFill>
              <a:prstDash val="lgDash"/>
            </a:ln>
            <a:effectLst/>
          </c:spPr>
          <c:marker>
            <c:symbol val="none"/>
          </c:marker>
          <c:cat>
            <c:strRef>
              <c:f>'[1]npChart cleaning(Improved)'!$A$2:$A$26</c:f>
              <c:strCache>
                <c:ptCount val="25"/>
                <c:pt idx="0">
                  <c:v>Batch 1</c:v>
                </c:pt>
                <c:pt idx="1">
                  <c:v>Batch 2</c:v>
                </c:pt>
                <c:pt idx="2">
                  <c:v>Batch 3</c:v>
                </c:pt>
                <c:pt idx="3">
                  <c:v>Batch 4</c:v>
                </c:pt>
                <c:pt idx="4">
                  <c:v>Batch 5</c:v>
                </c:pt>
                <c:pt idx="5">
                  <c:v>Batch 6</c:v>
                </c:pt>
                <c:pt idx="6">
                  <c:v>Batch 7</c:v>
                </c:pt>
                <c:pt idx="7">
                  <c:v>Batch 8</c:v>
                </c:pt>
                <c:pt idx="8">
                  <c:v>Batch 9</c:v>
                </c:pt>
                <c:pt idx="9">
                  <c:v>Batch 10</c:v>
                </c:pt>
                <c:pt idx="10">
                  <c:v>Batch 11</c:v>
                </c:pt>
                <c:pt idx="11">
                  <c:v>Batch 12</c:v>
                </c:pt>
                <c:pt idx="12">
                  <c:v>Batch 13</c:v>
                </c:pt>
                <c:pt idx="13">
                  <c:v>Batch 14</c:v>
                </c:pt>
                <c:pt idx="14">
                  <c:v>Batch 15</c:v>
                </c:pt>
                <c:pt idx="15">
                  <c:v>Batch 16</c:v>
                </c:pt>
                <c:pt idx="16">
                  <c:v>Batch 17</c:v>
                </c:pt>
                <c:pt idx="17">
                  <c:v>Batch 18</c:v>
                </c:pt>
                <c:pt idx="18">
                  <c:v>Batch 19</c:v>
                </c:pt>
                <c:pt idx="19">
                  <c:v>Batch 20</c:v>
                </c:pt>
                <c:pt idx="20">
                  <c:v>Batch 21</c:v>
                </c:pt>
                <c:pt idx="21">
                  <c:v>Batch 22</c:v>
                </c:pt>
                <c:pt idx="22">
                  <c:v>Batch 23</c:v>
                </c:pt>
                <c:pt idx="23">
                  <c:v>Batch 24</c:v>
                </c:pt>
                <c:pt idx="24">
                  <c:v>Batch 25</c:v>
                </c:pt>
              </c:strCache>
            </c:strRef>
          </c:cat>
          <c:val>
            <c:numRef>
              <c:f>'[1]npChart cleaning(Improved)'!$I$2:$I$26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xmlns:c16r2="http://schemas.microsoft.com/office/drawing/2015/06/chart">
            <c:ext xmlns:c16="http://schemas.microsoft.com/office/drawing/2014/chart" uri="{C3380CC4-5D6E-409C-BE32-E72D297353CC}">
              <c16:uniqueId val="{0000000B-3234-4E27-B1C1-29D7DEDF698D}"/>
            </c:ext>
          </c:extLst>
        </c:ser>
        <c:marker val="1"/>
        <c:axId val="124746752"/>
        <c:axId val="124765312"/>
      </c:lineChart>
      <c:catAx>
        <c:axId val="124746752"/>
        <c:scaling>
          <c:orientation val="minMax"/>
        </c:scaling>
        <c:axPos val="b"/>
        <c:title>
          <c:tx>
            <c:rich>
              <a:bodyPr/>
              <a:lstStyle/>
              <a:p>
                <a:pPr>
                  <a:defRPr/>
                </a:pPr>
                <a:r>
                  <a:rPr lang="en-IN"/>
                  <a:t>Batch 1 - Batch 25</a:t>
                </a:r>
              </a:p>
            </c:rich>
          </c:tx>
        </c:title>
        <c:numFmt formatCode="General" sourceLinked="0"/>
        <c:tickLblPos val="nextTo"/>
        <c:crossAx val="124765312"/>
        <c:crosses val="autoZero"/>
        <c:lblAlgn val="ctr"/>
        <c:lblOffset val="100"/>
      </c:catAx>
      <c:valAx>
        <c:axId val="124765312"/>
        <c:scaling>
          <c:orientation val="minMax"/>
        </c:scaling>
        <c:axPos val="l"/>
        <c:title>
          <c:tx>
            <c:rich>
              <a:bodyPr/>
              <a:lstStyle/>
              <a:p>
                <a:pPr>
                  <a:defRPr/>
                </a:pPr>
                <a:r>
                  <a:rPr lang="en-IN"/>
                  <a:t>Defectives</a:t>
                </a:r>
              </a:p>
            </c:rich>
          </c:tx>
        </c:title>
        <c:numFmt formatCode="General" sourceLinked="1"/>
        <c:tickLblPos val="nextTo"/>
        <c:crossAx val="124746752"/>
        <c:crosses val="autoZero"/>
        <c:crossBetween val="midCat"/>
      </c:valAx>
      <c:spPr>
        <a:noFill/>
        <a:ln w="25400">
          <a:noFill/>
        </a:ln>
      </c:spPr>
    </c:plotArea>
    <c:plotVisOnly val="1"/>
    <c:dispBlanksAs val="gap"/>
  </c:chart>
  <c:externalData r:id="rId1"/>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9FB041-2666-4E8D-B40B-40FC0E04D9CA}" type="doc">
      <dgm:prSet loTypeId="urn:microsoft.com/office/officeart/2005/8/layout/chevron2" loCatId="process" qsTypeId="urn:microsoft.com/office/officeart/2005/8/quickstyle/simple5" qsCatId="simple" csTypeId="urn:microsoft.com/office/officeart/2005/8/colors/colorful1#1" csCatId="colorful" phldr="1"/>
      <dgm:spPr/>
      <dgm:t>
        <a:bodyPr/>
        <a:lstStyle/>
        <a:p>
          <a:endParaRPr lang="en-US"/>
        </a:p>
      </dgm:t>
    </dgm:pt>
    <dgm:pt modelId="{408E8B4F-0CBF-4449-9604-0C0B6E200A7C}">
      <dgm:prSet phldrT="[Text]"/>
      <dgm:spPr>
        <a:solidFill>
          <a:schemeClr val="bg2">
            <a:lumMod val="90000"/>
          </a:schemeClr>
        </a:solidFill>
      </dgm:spPr>
      <dgm:t>
        <a:bodyPr/>
        <a:lstStyle/>
        <a:p>
          <a:r>
            <a:rPr lang="en-US" b="1" dirty="0">
              <a:solidFill>
                <a:schemeClr val="tx1"/>
              </a:solidFill>
            </a:rPr>
            <a:t>Importing</a:t>
          </a:r>
          <a:r>
            <a:rPr lang="en-US" b="1" dirty="0"/>
            <a:t>  </a:t>
          </a:r>
        </a:p>
      </dgm:t>
    </dgm:pt>
    <dgm:pt modelId="{EA4A44C9-8A38-4219-8180-4DFC533A7BD5}" type="parTrans" cxnId="{6C428732-1F7A-4133-86B8-4CAA7BDEC82D}">
      <dgm:prSet/>
      <dgm:spPr/>
      <dgm:t>
        <a:bodyPr/>
        <a:lstStyle/>
        <a:p>
          <a:endParaRPr lang="en-US"/>
        </a:p>
      </dgm:t>
    </dgm:pt>
    <dgm:pt modelId="{0D8E2AE0-52DE-48BC-8D15-9E3819F6D5A1}" type="sibTrans" cxnId="{6C428732-1F7A-4133-86B8-4CAA7BDEC82D}">
      <dgm:prSet/>
      <dgm:spPr/>
      <dgm:t>
        <a:bodyPr/>
        <a:lstStyle/>
        <a:p>
          <a:endParaRPr lang="en-US"/>
        </a:p>
      </dgm:t>
    </dgm:pt>
    <dgm:pt modelId="{ABE85999-449F-4B07-A050-3865106AD2EC}">
      <dgm:prSet phldrT="[Text]" custT="1"/>
      <dgm:spPr/>
      <dgm:t>
        <a:bodyPr/>
        <a:lstStyle/>
        <a:p>
          <a:r>
            <a:rPr lang="en-US" sz="1200" dirty="0"/>
            <a:t>They are imported.</a:t>
          </a:r>
        </a:p>
      </dgm:t>
    </dgm:pt>
    <dgm:pt modelId="{D2AAF695-1BAF-4234-B702-424518072E23}" type="parTrans" cxnId="{F9B76658-18A9-4BB6-8E10-BF9CC430D490}">
      <dgm:prSet/>
      <dgm:spPr/>
      <dgm:t>
        <a:bodyPr/>
        <a:lstStyle/>
        <a:p>
          <a:endParaRPr lang="en-US"/>
        </a:p>
      </dgm:t>
    </dgm:pt>
    <dgm:pt modelId="{58B96D02-A62C-4DF8-9B25-C6F9286FBAC6}" type="sibTrans" cxnId="{F9B76658-18A9-4BB6-8E10-BF9CC430D490}">
      <dgm:prSet/>
      <dgm:spPr/>
      <dgm:t>
        <a:bodyPr/>
        <a:lstStyle/>
        <a:p>
          <a:endParaRPr lang="en-US"/>
        </a:p>
      </dgm:t>
    </dgm:pt>
    <dgm:pt modelId="{1090D2D1-3391-4E33-9AD2-E4552A63D89B}">
      <dgm:prSet phldrT="[Text]" custT="1"/>
      <dgm:spPr/>
      <dgm:t>
        <a:bodyPr/>
        <a:lstStyle/>
        <a:p>
          <a:r>
            <a:rPr lang="en-US" sz="1200" dirty="0"/>
            <a:t>Random Sampling done.</a:t>
          </a:r>
        </a:p>
      </dgm:t>
    </dgm:pt>
    <dgm:pt modelId="{B86BCB87-FF34-4161-9414-2D359B5F0FE7}" type="parTrans" cxnId="{CD6E1E1B-503B-4B7D-8A1B-2C3674184250}">
      <dgm:prSet/>
      <dgm:spPr/>
      <dgm:t>
        <a:bodyPr/>
        <a:lstStyle/>
        <a:p>
          <a:endParaRPr lang="en-US"/>
        </a:p>
      </dgm:t>
    </dgm:pt>
    <dgm:pt modelId="{EACD97AE-9A18-42CA-8BB5-23AB93CAEF6E}" type="sibTrans" cxnId="{CD6E1E1B-503B-4B7D-8A1B-2C3674184250}">
      <dgm:prSet/>
      <dgm:spPr/>
      <dgm:t>
        <a:bodyPr/>
        <a:lstStyle/>
        <a:p>
          <a:endParaRPr lang="en-US"/>
        </a:p>
      </dgm:t>
    </dgm:pt>
    <dgm:pt modelId="{DC617964-FC74-4AF7-8AD0-2A54410D90CD}">
      <dgm:prSet phldrT="[Text]"/>
      <dgm:spPr>
        <a:solidFill>
          <a:schemeClr val="tx2">
            <a:lumMod val="40000"/>
            <a:lumOff val="60000"/>
          </a:schemeClr>
        </a:solidFill>
      </dgm:spPr>
      <dgm:t>
        <a:bodyPr/>
        <a:lstStyle/>
        <a:p>
          <a:r>
            <a:rPr lang="en-US" b="1" dirty="0">
              <a:solidFill>
                <a:schemeClr val="tx1"/>
              </a:solidFill>
            </a:rPr>
            <a:t>Washing</a:t>
          </a:r>
        </a:p>
      </dgm:t>
    </dgm:pt>
    <dgm:pt modelId="{92082A41-99CE-4FF1-B7DE-416BDF4E7E1E}" type="parTrans" cxnId="{986A0FC7-4BE7-425D-A725-A1134716DB5B}">
      <dgm:prSet/>
      <dgm:spPr/>
      <dgm:t>
        <a:bodyPr/>
        <a:lstStyle/>
        <a:p>
          <a:endParaRPr lang="en-US"/>
        </a:p>
      </dgm:t>
    </dgm:pt>
    <dgm:pt modelId="{2DB2B463-9F52-4671-9B63-42CA3AD3E786}" type="sibTrans" cxnId="{986A0FC7-4BE7-425D-A725-A1134716DB5B}">
      <dgm:prSet/>
      <dgm:spPr/>
      <dgm:t>
        <a:bodyPr/>
        <a:lstStyle/>
        <a:p>
          <a:endParaRPr lang="en-US"/>
        </a:p>
      </dgm:t>
    </dgm:pt>
    <dgm:pt modelId="{395661E2-3949-4A77-964F-3F909851CA06}">
      <dgm:prSet phldrT="[Text]" custT="1"/>
      <dgm:spPr/>
      <dgm:t>
        <a:bodyPr/>
        <a:lstStyle/>
        <a:p>
          <a:r>
            <a:rPr lang="en-US" sz="1200" dirty="0"/>
            <a:t>The number of Ampoules/Vials are pre-decided a day before based on solution required.</a:t>
          </a:r>
        </a:p>
      </dgm:t>
    </dgm:pt>
    <dgm:pt modelId="{F36203EE-85EC-47D4-B57B-44FF15E719C7}" type="parTrans" cxnId="{CA1CF6B0-82AD-4536-9A6C-6374693E5163}">
      <dgm:prSet/>
      <dgm:spPr/>
      <dgm:t>
        <a:bodyPr/>
        <a:lstStyle/>
        <a:p>
          <a:endParaRPr lang="en-US"/>
        </a:p>
      </dgm:t>
    </dgm:pt>
    <dgm:pt modelId="{23FC6D75-A816-4FD0-AA14-E99851F8BD36}" type="sibTrans" cxnId="{CA1CF6B0-82AD-4536-9A6C-6374693E5163}">
      <dgm:prSet/>
      <dgm:spPr/>
      <dgm:t>
        <a:bodyPr/>
        <a:lstStyle/>
        <a:p>
          <a:endParaRPr lang="en-US"/>
        </a:p>
      </dgm:t>
    </dgm:pt>
    <dgm:pt modelId="{19F26111-36B9-4FF9-8A0F-9499164D6466}">
      <dgm:prSet phldrT="[Text]" custT="1"/>
      <dgm:spPr/>
      <dgm:t>
        <a:bodyPr/>
        <a:lstStyle/>
        <a:p>
          <a:r>
            <a:rPr lang="en-US" sz="1200" dirty="0"/>
            <a:t>Two machines :  1) Only Ampoules   2) Both Ampoules and Vials.</a:t>
          </a:r>
        </a:p>
      </dgm:t>
    </dgm:pt>
    <dgm:pt modelId="{F1914D80-F254-42CF-9FCB-48F828524F3E}" type="parTrans" cxnId="{3535505C-44BD-4EB5-96FC-5CB41FD78C20}">
      <dgm:prSet/>
      <dgm:spPr/>
      <dgm:t>
        <a:bodyPr/>
        <a:lstStyle/>
        <a:p>
          <a:endParaRPr lang="en-US"/>
        </a:p>
      </dgm:t>
    </dgm:pt>
    <dgm:pt modelId="{3672C1AE-70C8-4930-8274-B2F69774AE2A}" type="sibTrans" cxnId="{3535505C-44BD-4EB5-96FC-5CB41FD78C20}">
      <dgm:prSet/>
      <dgm:spPr/>
      <dgm:t>
        <a:bodyPr/>
        <a:lstStyle/>
        <a:p>
          <a:endParaRPr lang="en-US"/>
        </a:p>
      </dgm:t>
    </dgm:pt>
    <dgm:pt modelId="{D3DEE31B-FE08-44BF-AF21-EB85B58AF80C}">
      <dgm:prSet phldrT="[Text]"/>
      <dgm:spPr>
        <a:solidFill>
          <a:schemeClr val="accent1">
            <a:lumMod val="40000"/>
            <a:lumOff val="60000"/>
          </a:schemeClr>
        </a:solidFill>
      </dgm:spPr>
      <dgm:t>
        <a:bodyPr/>
        <a:lstStyle/>
        <a:p>
          <a:r>
            <a:rPr lang="en-US" b="1" dirty="0">
              <a:solidFill>
                <a:schemeClr val="tx1"/>
              </a:solidFill>
            </a:rPr>
            <a:t>DHS</a:t>
          </a:r>
        </a:p>
      </dgm:t>
    </dgm:pt>
    <dgm:pt modelId="{4DFF722D-DA29-4CE5-952E-A4A0EC087864}" type="parTrans" cxnId="{F25B1965-6803-40D4-B01D-3BC432A551F7}">
      <dgm:prSet/>
      <dgm:spPr/>
      <dgm:t>
        <a:bodyPr/>
        <a:lstStyle/>
        <a:p>
          <a:endParaRPr lang="en-US"/>
        </a:p>
      </dgm:t>
    </dgm:pt>
    <dgm:pt modelId="{540A5919-AC5A-4B20-995D-96339476A2AF}" type="sibTrans" cxnId="{F25B1965-6803-40D4-B01D-3BC432A551F7}">
      <dgm:prSet/>
      <dgm:spPr/>
      <dgm:t>
        <a:bodyPr/>
        <a:lstStyle/>
        <a:p>
          <a:endParaRPr lang="en-US"/>
        </a:p>
      </dgm:t>
    </dgm:pt>
    <dgm:pt modelId="{0FB56CAC-56B2-4194-A8C0-E987D28BEB88}">
      <dgm:prSet phldrT="[Text]" custT="1"/>
      <dgm:spPr/>
      <dgm:t>
        <a:bodyPr/>
        <a:lstStyle/>
        <a:p>
          <a:r>
            <a:rPr lang="en-US" sz="1200" dirty="0"/>
            <a:t>Dry Heating Sterilization.</a:t>
          </a:r>
        </a:p>
      </dgm:t>
    </dgm:pt>
    <dgm:pt modelId="{762CAF7B-9D17-48B7-99D6-E405167D002D}" type="parTrans" cxnId="{4F6A3787-C1A8-4F8D-AA6E-515C76D4D3B8}">
      <dgm:prSet/>
      <dgm:spPr/>
      <dgm:t>
        <a:bodyPr/>
        <a:lstStyle/>
        <a:p>
          <a:endParaRPr lang="en-US"/>
        </a:p>
      </dgm:t>
    </dgm:pt>
    <dgm:pt modelId="{C936FFAB-5354-4895-9CCB-1218908E5228}" type="sibTrans" cxnId="{4F6A3787-C1A8-4F8D-AA6E-515C76D4D3B8}">
      <dgm:prSet/>
      <dgm:spPr/>
      <dgm:t>
        <a:bodyPr/>
        <a:lstStyle/>
        <a:p>
          <a:endParaRPr lang="en-US"/>
        </a:p>
      </dgm:t>
    </dgm:pt>
    <dgm:pt modelId="{6227994C-6EF4-49A6-979E-4A9B6AD6B972}">
      <dgm:prSet phldrT="[Text]" custT="1"/>
      <dgm:spPr/>
      <dgm:t>
        <a:bodyPr/>
        <a:lstStyle/>
        <a:p>
          <a:r>
            <a:rPr lang="en-US" sz="1200" dirty="0"/>
            <a:t>Chances of defects.</a:t>
          </a:r>
        </a:p>
      </dgm:t>
    </dgm:pt>
    <dgm:pt modelId="{C94982A3-F8DA-45B2-A69E-C09202DBDA56}" type="parTrans" cxnId="{F0D3CB67-A905-4A6B-AD71-56B7C33C591E}">
      <dgm:prSet/>
      <dgm:spPr/>
      <dgm:t>
        <a:bodyPr/>
        <a:lstStyle/>
        <a:p>
          <a:endParaRPr lang="en-US"/>
        </a:p>
      </dgm:t>
    </dgm:pt>
    <dgm:pt modelId="{9D7939FF-FED0-4490-8137-599679912234}" type="sibTrans" cxnId="{F0D3CB67-A905-4A6B-AD71-56B7C33C591E}">
      <dgm:prSet/>
      <dgm:spPr/>
      <dgm:t>
        <a:bodyPr/>
        <a:lstStyle/>
        <a:p>
          <a:endParaRPr lang="en-US"/>
        </a:p>
      </dgm:t>
    </dgm:pt>
    <dgm:pt modelId="{21B182DD-F2C1-4E5C-8E47-F2EED464708E}">
      <dgm:prSet phldrT="[Text]" custT="1"/>
      <dgm:spPr/>
      <dgm:t>
        <a:bodyPr/>
        <a:lstStyle/>
        <a:p>
          <a:r>
            <a:rPr lang="en-US" sz="1200" dirty="0"/>
            <a:t>Approval by Packaging Dept. for use.</a:t>
          </a:r>
        </a:p>
      </dgm:t>
    </dgm:pt>
    <dgm:pt modelId="{04E78A59-EFD9-48B5-9CCC-8C5CC41CE479}" type="parTrans" cxnId="{22BD093B-BE39-453B-A637-1D3A7C8CFC9F}">
      <dgm:prSet/>
      <dgm:spPr/>
      <dgm:t>
        <a:bodyPr/>
        <a:lstStyle/>
        <a:p>
          <a:endParaRPr lang="en-US"/>
        </a:p>
      </dgm:t>
    </dgm:pt>
    <dgm:pt modelId="{31297E2A-6543-41CC-BFF5-FA1EC3514AC9}" type="sibTrans" cxnId="{22BD093B-BE39-453B-A637-1D3A7C8CFC9F}">
      <dgm:prSet/>
      <dgm:spPr/>
      <dgm:t>
        <a:bodyPr/>
        <a:lstStyle/>
        <a:p>
          <a:endParaRPr lang="en-US"/>
        </a:p>
      </dgm:t>
    </dgm:pt>
    <dgm:pt modelId="{B5AA176D-7976-442E-84BC-789ACE250477}">
      <dgm:prSet phldrT="[Text]"/>
      <dgm:spPr>
        <a:solidFill>
          <a:schemeClr val="accent2">
            <a:lumMod val="40000"/>
            <a:lumOff val="60000"/>
          </a:schemeClr>
        </a:solidFill>
      </dgm:spPr>
      <dgm:t>
        <a:bodyPr/>
        <a:lstStyle/>
        <a:p>
          <a:r>
            <a:rPr lang="en-US" b="1" dirty="0">
              <a:solidFill>
                <a:schemeClr val="tx1"/>
              </a:solidFill>
            </a:rPr>
            <a:t>Filling</a:t>
          </a:r>
        </a:p>
      </dgm:t>
    </dgm:pt>
    <dgm:pt modelId="{4DC55FE6-8F8C-41E4-879A-132E2403826C}" type="parTrans" cxnId="{709E82E5-2207-4EF6-A6D5-C288ADCF2C10}">
      <dgm:prSet/>
      <dgm:spPr/>
      <dgm:t>
        <a:bodyPr/>
        <a:lstStyle/>
        <a:p>
          <a:endParaRPr lang="en-US"/>
        </a:p>
      </dgm:t>
    </dgm:pt>
    <dgm:pt modelId="{B6A8DC66-61F6-4D31-B63B-A37AEA900B62}" type="sibTrans" cxnId="{709E82E5-2207-4EF6-A6D5-C288ADCF2C10}">
      <dgm:prSet/>
      <dgm:spPr/>
      <dgm:t>
        <a:bodyPr/>
        <a:lstStyle/>
        <a:p>
          <a:endParaRPr lang="en-US"/>
        </a:p>
      </dgm:t>
    </dgm:pt>
    <dgm:pt modelId="{5C0F0E68-5B12-4C91-9EB4-11B6EE0C8139}">
      <dgm:prSet phldrT="[Text]" custT="1"/>
      <dgm:spPr/>
      <dgm:t>
        <a:bodyPr/>
        <a:lstStyle/>
        <a:p>
          <a:r>
            <a:rPr lang="en-US" sz="1200" dirty="0"/>
            <a:t>Arranged in trays after washing  and sent to DHS.</a:t>
          </a:r>
        </a:p>
      </dgm:t>
    </dgm:pt>
    <dgm:pt modelId="{F240DB7C-AC30-4F27-AA4F-38CE161D7039}" type="parTrans" cxnId="{0CF8BB3D-3F67-4569-83FC-4697487F4630}">
      <dgm:prSet/>
      <dgm:spPr/>
      <dgm:t>
        <a:bodyPr/>
        <a:lstStyle/>
        <a:p>
          <a:endParaRPr lang="en-US"/>
        </a:p>
      </dgm:t>
    </dgm:pt>
    <dgm:pt modelId="{DD54CBE1-2B72-4317-9557-7AF17921A68A}" type="sibTrans" cxnId="{0CF8BB3D-3F67-4569-83FC-4697487F4630}">
      <dgm:prSet/>
      <dgm:spPr/>
      <dgm:t>
        <a:bodyPr/>
        <a:lstStyle/>
        <a:p>
          <a:endParaRPr lang="en-US"/>
        </a:p>
      </dgm:t>
    </dgm:pt>
    <dgm:pt modelId="{EE76091E-C490-4F96-9A11-8133318F4720}">
      <dgm:prSet custT="1"/>
      <dgm:spPr>
        <a:solidFill>
          <a:schemeClr val="accent3">
            <a:lumMod val="40000"/>
            <a:lumOff val="60000"/>
          </a:schemeClr>
        </a:solidFill>
      </dgm:spPr>
      <dgm:t>
        <a:bodyPr/>
        <a:lstStyle/>
        <a:p>
          <a:r>
            <a:rPr lang="en-US" sz="1800" b="1" dirty="0">
              <a:solidFill>
                <a:schemeClr val="tx1"/>
              </a:solidFill>
            </a:rPr>
            <a:t>Visual Inspection</a:t>
          </a:r>
        </a:p>
      </dgm:t>
    </dgm:pt>
    <dgm:pt modelId="{1FB1B881-DF3F-4737-ABA3-8A767579AA5F}" type="parTrans" cxnId="{0DF64592-ED12-4E46-82D2-4415EBCE6F73}">
      <dgm:prSet/>
      <dgm:spPr/>
      <dgm:t>
        <a:bodyPr/>
        <a:lstStyle/>
        <a:p>
          <a:endParaRPr lang="en-US"/>
        </a:p>
      </dgm:t>
    </dgm:pt>
    <dgm:pt modelId="{DDA14E9A-6CA5-4236-92DA-4742BC6CB620}" type="sibTrans" cxnId="{0DF64592-ED12-4E46-82D2-4415EBCE6F73}">
      <dgm:prSet/>
      <dgm:spPr/>
      <dgm:t>
        <a:bodyPr/>
        <a:lstStyle/>
        <a:p>
          <a:endParaRPr lang="en-US"/>
        </a:p>
      </dgm:t>
    </dgm:pt>
    <dgm:pt modelId="{B0B51776-D95A-48A6-BD78-F7121CCC792B}">
      <dgm:prSet custT="1"/>
      <dgm:spPr/>
      <dgm:t>
        <a:bodyPr/>
        <a:lstStyle/>
        <a:p>
          <a:r>
            <a:rPr lang="en-US" sz="1200" dirty="0"/>
            <a:t>Solution is filled in Ampoules/Vials.</a:t>
          </a:r>
        </a:p>
      </dgm:t>
    </dgm:pt>
    <dgm:pt modelId="{E3C0E5D7-FEC7-400A-BE86-26BB6D27CEFF}" type="parTrans" cxnId="{98055A79-65A3-4D75-86AE-EF5DDEF57877}">
      <dgm:prSet/>
      <dgm:spPr/>
      <dgm:t>
        <a:bodyPr/>
        <a:lstStyle/>
        <a:p>
          <a:endParaRPr lang="en-US"/>
        </a:p>
      </dgm:t>
    </dgm:pt>
    <dgm:pt modelId="{08097F76-75B9-42DD-A7B3-8AA9284E94D5}" type="sibTrans" cxnId="{98055A79-65A3-4D75-86AE-EF5DDEF57877}">
      <dgm:prSet/>
      <dgm:spPr/>
      <dgm:t>
        <a:bodyPr/>
        <a:lstStyle/>
        <a:p>
          <a:endParaRPr lang="en-US"/>
        </a:p>
      </dgm:t>
    </dgm:pt>
    <dgm:pt modelId="{FB291365-87BC-47D7-BD43-35902BAE16F0}">
      <dgm:prSet custT="1"/>
      <dgm:spPr/>
      <dgm:t>
        <a:bodyPr/>
        <a:lstStyle/>
        <a:p>
          <a:r>
            <a:rPr lang="en-US" sz="1200" dirty="0"/>
            <a:t>They are sealed here.</a:t>
          </a:r>
        </a:p>
      </dgm:t>
    </dgm:pt>
    <dgm:pt modelId="{1AE1C4DA-2323-4731-BEB9-EA8A57C35D17}" type="parTrans" cxnId="{D85A5D9B-BF67-4FDE-9EAE-64E980099F68}">
      <dgm:prSet/>
      <dgm:spPr/>
      <dgm:t>
        <a:bodyPr/>
        <a:lstStyle/>
        <a:p>
          <a:endParaRPr lang="en-US"/>
        </a:p>
      </dgm:t>
    </dgm:pt>
    <dgm:pt modelId="{26B485CE-7363-4A3E-91C4-2531BFD456FA}" type="sibTrans" cxnId="{D85A5D9B-BF67-4FDE-9EAE-64E980099F68}">
      <dgm:prSet/>
      <dgm:spPr/>
      <dgm:t>
        <a:bodyPr/>
        <a:lstStyle/>
        <a:p>
          <a:endParaRPr lang="en-US"/>
        </a:p>
      </dgm:t>
    </dgm:pt>
    <dgm:pt modelId="{7048ECC4-8903-4BC4-9C10-427E47E227FC}">
      <dgm:prSet phldrT="[Text]" custT="1"/>
      <dgm:spPr/>
      <dgm:t>
        <a:bodyPr/>
        <a:lstStyle/>
        <a:p>
          <a:r>
            <a:rPr lang="en-US" sz="1200" dirty="0"/>
            <a:t>Defects possible.</a:t>
          </a:r>
        </a:p>
      </dgm:t>
    </dgm:pt>
    <dgm:pt modelId="{9EA1C560-6026-4365-A3AF-6A26E354B2A7}" type="parTrans" cxnId="{2F7B887E-63C5-49EF-976F-BDFAF540F50B}">
      <dgm:prSet/>
      <dgm:spPr/>
      <dgm:t>
        <a:bodyPr/>
        <a:lstStyle/>
        <a:p>
          <a:endParaRPr lang="en-US"/>
        </a:p>
      </dgm:t>
    </dgm:pt>
    <dgm:pt modelId="{4437DE6E-F6BB-4729-950D-F741570664BA}" type="sibTrans" cxnId="{2F7B887E-63C5-49EF-976F-BDFAF540F50B}">
      <dgm:prSet/>
      <dgm:spPr/>
      <dgm:t>
        <a:bodyPr/>
        <a:lstStyle/>
        <a:p>
          <a:endParaRPr lang="en-US"/>
        </a:p>
      </dgm:t>
    </dgm:pt>
    <dgm:pt modelId="{88FA96DB-E9FB-4593-AC26-CBA5C876B255}">
      <dgm:prSet custT="1"/>
      <dgm:spPr/>
      <dgm:t>
        <a:bodyPr/>
        <a:lstStyle/>
        <a:p>
          <a:r>
            <a:rPr lang="en-US" sz="1200" dirty="0"/>
            <a:t>Sealed Ampoules/Vials are checked for :Black Particles, Glass, Empty or broken products</a:t>
          </a:r>
        </a:p>
      </dgm:t>
    </dgm:pt>
    <dgm:pt modelId="{54290D20-5EAB-4306-B22E-190B5C53AC24}" type="parTrans" cxnId="{5305B2D6-88F8-41F7-A73C-240760F0D5F1}">
      <dgm:prSet/>
      <dgm:spPr/>
      <dgm:t>
        <a:bodyPr/>
        <a:lstStyle/>
        <a:p>
          <a:endParaRPr lang="en-US"/>
        </a:p>
      </dgm:t>
    </dgm:pt>
    <dgm:pt modelId="{1C5A49C9-A111-4876-967B-D3BC015E87F6}" type="sibTrans" cxnId="{5305B2D6-88F8-41F7-A73C-240760F0D5F1}">
      <dgm:prSet/>
      <dgm:spPr/>
      <dgm:t>
        <a:bodyPr/>
        <a:lstStyle/>
        <a:p>
          <a:endParaRPr lang="en-US"/>
        </a:p>
      </dgm:t>
    </dgm:pt>
    <dgm:pt modelId="{5EB979BB-96AF-47A6-B112-5495297C579C}">
      <dgm:prSet custT="1"/>
      <dgm:spPr/>
      <dgm:t>
        <a:bodyPr/>
        <a:lstStyle/>
        <a:p>
          <a:r>
            <a:rPr lang="en-US" sz="1200" dirty="0"/>
            <a:t>More chances of defects (5%).</a:t>
          </a:r>
        </a:p>
      </dgm:t>
    </dgm:pt>
    <dgm:pt modelId="{232E41EB-CECF-47A9-AC57-AC54CF9B1135}" type="parTrans" cxnId="{E7CF8CBD-9C20-471A-9C54-06EF3856DDDD}">
      <dgm:prSet/>
      <dgm:spPr/>
      <dgm:t>
        <a:bodyPr/>
        <a:lstStyle/>
        <a:p>
          <a:endParaRPr lang="en-US"/>
        </a:p>
      </dgm:t>
    </dgm:pt>
    <dgm:pt modelId="{A1C0FBE0-79C2-4A0B-9718-80E242188A13}" type="sibTrans" cxnId="{E7CF8CBD-9C20-471A-9C54-06EF3856DDDD}">
      <dgm:prSet/>
      <dgm:spPr/>
      <dgm:t>
        <a:bodyPr/>
        <a:lstStyle/>
        <a:p>
          <a:endParaRPr lang="en-US"/>
        </a:p>
      </dgm:t>
    </dgm:pt>
    <dgm:pt modelId="{25F96347-D57B-4CE6-9AD7-5FFF0FB53C4A}">
      <dgm:prSet custT="1"/>
      <dgm:spPr>
        <a:solidFill>
          <a:schemeClr val="accent4">
            <a:lumMod val="40000"/>
            <a:lumOff val="60000"/>
          </a:schemeClr>
        </a:solidFill>
      </dgm:spPr>
      <dgm:t>
        <a:bodyPr/>
        <a:lstStyle/>
        <a:p>
          <a:r>
            <a:rPr lang="en-US" sz="1800" b="1" dirty="0">
              <a:solidFill>
                <a:schemeClr val="tx1"/>
              </a:solidFill>
            </a:rPr>
            <a:t>Dispatch</a:t>
          </a:r>
        </a:p>
      </dgm:t>
    </dgm:pt>
    <dgm:pt modelId="{F3569929-50F2-4447-AE9D-EA4209FC714A}" type="parTrans" cxnId="{4B59B932-43CE-4B74-B33D-231B09340F76}">
      <dgm:prSet/>
      <dgm:spPr/>
      <dgm:t>
        <a:bodyPr/>
        <a:lstStyle/>
        <a:p>
          <a:endParaRPr lang="en-US"/>
        </a:p>
      </dgm:t>
    </dgm:pt>
    <dgm:pt modelId="{4E4902AE-B039-429D-9DAE-374FBBD55CFB}" type="sibTrans" cxnId="{4B59B932-43CE-4B74-B33D-231B09340F76}">
      <dgm:prSet/>
      <dgm:spPr/>
      <dgm:t>
        <a:bodyPr/>
        <a:lstStyle/>
        <a:p>
          <a:endParaRPr lang="en-US"/>
        </a:p>
      </dgm:t>
    </dgm:pt>
    <dgm:pt modelId="{517011C3-7BEB-44EF-9699-1306FCBA2FC1}">
      <dgm:prSet custT="1"/>
      <dgm:spPr/>
      <dgm:t>
        <a:bodyPr/>
        <a:lstStyle/>
        <a:p>
          <a:r>
            <a:rPr lang="en-US" sz="1200" dirty="0"/>
            <a:t>After visual inspection, they are labelled and packed, ready for dispatch.</a:t>
          </a:r>
        </a:p>
      </dgm:t>
    </dgm:pt>
    <dgm:pt modelId="{28F0A7A0-1316-4403-AA9C-91CF34732C0A}" type="parTrans" cxnId="{B3CDEF71-E12E-4525-8CBC-79EBBF97E7E7}">
      <dgm:prSet/>
      <dgm:spPr/>
      <dgm:t>
        <a:bodyPr/>
        <a:lstStyle/>
        <a:p>
          <a:endParaRPr lang="en-US"/>
        </a:p>
      </dgm:t>
    </dgm:pt>
    <dgm:pt modelId="{F82C4614-8034-429B-9E72-93934D379E28}" type="sibTrans" cxnId="{B3CDEF71-E12E-4525-8CBC-79EBBF97E7E7}">
      <dgm:prSet/>
      <dgm:spPr/>
      <dgm:t>
        <a:bodyPr/>
        <a:lstStyle/>
        <a:p>
          <a:endParaRPr lang="en-US"/>
        </a:p>
      </dgm:t>
    </dgm:pt>
    <dgm:pt modelId="{2E599C62-F309-46AC-B7F8-6DA43B0B0614}">
      <dgm:prSet custT="1"/>
      <dgm:spPr/>
      <dgm:t>
        <a:bodyPr/>
        <a:lstStyle/>
        <a:p>
          <a:r>
            <a:rPr lang="en-US" sz="1200" dirty="0"/>
            <a:t>Labelling contains error.</a:t>
          </a:r>
        </a:p>
      </dgm:t>
    </dgm:pt>
    <dgm:pt modelId="{AC98EEF8-C08A-46E5-B4BF-3C4698A63D76}" type="parTrans" cxnId="{9A15FC97-E65D-4F18-AA91-B46090DD30C3}">
      <dgm:prSet/>
      <dgm:spPr/>
      <dgm:t>
        <a:bodyPr/>
        <a:lstStyle/>
        <a:p>
          <a:endParaRPr lang="en-US"/>
        </a:p>
      </dgm:t>
    </dgm:pt>
    <dgm:pt modelId="{22A3EF0D-7ADE-4296-BC74-3EA8B40C509B}" type="sibTrans" cxnId="{9A15FC97-E65D-4F18-AA91-B46090DD30C3}">
      <dgm:prSet/>
      <dgm:spPr/>
      <dgm:t>
        <a:bodyPr/>
        <a:lstStyle/>
        <a:p>
          <a:endParaRPr lang="en-US"/>
        </a:p>
      </dgm:t>
    </dgm:pt>
    <dgm:pt modelId="{7B7EDB2D-D38E-434F-846B-465BB665DB8B}">
      <dgm:prSet custT="1"/>
      <dgm:spPr/>
      <dgm:t>
        <a:bodyPr/>
        <a:lstStyle/>
        <a:p>
          <a:r>
            <a:rPr lang="en-US" sz="1200" dirty="0"/>
            <a:t>0.1% breakage failure in dispatch.</a:t>
          </a:r>
        </a:p>
      </dgm:t>
    </dgm:pt>
    <dgm:pt modelId="{F287E697-32F0-4359-97EA-445CB5EFA8C9}" type="parTrans" cxnId="{0957B59C-7732-4117-AFB0-5BE03488854A}">
      <dgm:prSet/>
      <dgm:spPr/>
      <dgm:t>
        <a:bodyPr/>
        <a:lstStyle/>
        <a:p>
          <a:endParaRPr lang="en-US"/>
        </a:p>
      </dgm:t>
    </dgm:pt>
    <dgm:pt modelId="{87F759B0-6FB9-4A59-9727-97C946D684F2}" type="sibTrans" cxnId="{0957B59C-7732-4117-AFB0-5BE03488854A}">
      <dgm:prSet/>
      <dgm:spPr/>
      <dgm:t>
        <a:bodyPr/>
        <a:lstStyle/>
        <a:p>
          <a:endParaRPr lang="en-US"/>
        </a:p>
      </dgm:t>
    </dgm:pt>
    <dgm:pt modelId="{14B5560C-122E-4528-B997-6C3909775B28}" type="pres">
      <dgm:prSet presAssocID="{D09FB041-2666-4E8D-B40B-40FC0E04D9CA}" presName="linearFlow" presStyleCnt="0">
        <dgm:presLayoutVars>
          <dgm:dir/>
          <dgm:animLvl val="lvl"/>
          <dgm:resizeHandles val="exact"/>
        </dgm:presLayoutVars>
      </dgm:prSet>
      <dgm:spPr/>
      <dgm:t>
        <a:bodyPr/>
        <a:lstStyle/>
        <a:p>
          <a:endParaRPr lang="en-US"/>
        </a:p>
      </dgm:t>
    </dgm:pt>
    <dgm:pt modelId="{C679FFC7-6655-4725-8594-44C582887F6D}" type="pres">
      <dgm:prSet presAssocID="{408E8B4F-0CBF-4449-9604-0C0B6E200A7C}" presName="composite" presStyleCnt="0"/>
      <dgm:spPr/>
    </dgm:pt>
    <dgm:pt modelId="{8A8036EE-D816-4A78-88B3-9270200CD90A}" type="pres">
      <dgm:prSet presAssocID="{408E8B4F-0CBF-4449-9604-0C0B6E200A7C}" presName="parentText" presStyleLbl="alignNode1" presStyleIdx="0" presStyleCnt="6" custScaleX="193302">
        <dgm:presLayoutVars>
          <dgm:chMax val="1"/>
          <dgm:bulletEnabled val="1"/>
        </dgm:presLayoutVars>
      </dgm:prSet>
      <dgm:spPr/>
      <dgm:t>
        <a:bodyPr/>
        <a:lstStyle/>
        <a:p>
          <a:endParaRPr lang="en-US"/>
        </a:p>
      </dgm:t>
    </dgm:pt>
    <dgm:pt modelId="{F227DC31-4E2C-42BB-B3B3-0E75A5A36A2B}" type="pres">
      <dgm:prSet presAssocID="{408E8B4F-0CBF-4449-9604-0C0B6E200A7C}" presName="descendantText" presStyleLbl="alignAcc1" presStyleIdx="0" presStyleCnt="6" custScaleX="86257" custLinFactNeighborX="0" custLinFactNeighborY="-230">
        <dgm:presLayoutVars>
          <dgm:bulletEnabled val="1"/>
        </dgm:presLayoutVars>
      </dgm:prSet>
      <dgm:spPr/>
      <dgm:t>
        <a:bodyPr/>
        <a:lstStyle/>
        <a:p>
          <a:endParaRPr lang="en-US"/>
        </a:p>
      </dgm:t>
    </dgm:pt>
    <dgm:pt modelId="{F7877BB5-47F9-4814-8802-AA567A1280F0}" type="pres">
      <dgm:prSet presAssocID="{0D8E2AE0-52DE-48BC-8D15-9E3819F6D5A1}" presName="sp" presStyleCnt="0"/>
      <dgm:spPr/>
    </dgm:pt>
    <dgm:pt modelId="{454F87E1-D533-41C6-8BD9-140EFF64F936}" type="pres">
      <dgm:prSet presAssocID="{DC617964-FC74-4AF7-8AD0-2A54410D90CD}" presName="composite" presStyleCnt="0"/>
      <dgm:spPr/>
    </dgm:pt>
    <dgm:pt modelId="{11B803AA-6854-4DF6-90AD-DE7D3CB10543}" type="pres">
      <dgm:prSet presAssocID="{DC617964-FC74-4AF7-8AD0-2A54410D90CD}" presName="parentText" presStyleLbl="alignNode1" presStyleIdx="1" presStyleCnt="6" custScaleX="187172" custScaleY="107789" custLinFactNeighborX="5105" custLinFactNeighborY="-2730">
        <dgm:presLayoutVars>
          <dgm:chMax val="1"/>
          <dgm:bulletEnabled val="1"/>
        </dgm:presLayoutVars>
      </dgm:prSet>
      <dgm:spPr/>
      <dgm:t>
        <a:bodyPr/>
        <a:lstStyle/>
        <a:p>
          <a:endParaRPr lang="en-US"/>
        </a:p>
      </dgm:t>
    </dgm:pt>
    <dgm:pt modelId="{2840B65E-4606-4916-B919-4CDA299F5B5D}" type="pres">
      <dgm:prSet presAssocID="{DC617964-FC74-4AF7-8AD0-2A54410D90CD}" presName="descendantText" presStyleLbl="alignAcc1" presStyleIdx="1" presStyleCnt="6" custScaleX="94234" custScaleY="116589" custLinFactNeighborX="1035" custLinFactNeighborY="-2102">
        <dgm:presLayoutVars>
          <dgm:bulletEnabled val="1"/>
        </dgm:presLayoutVars>
      </dgm:prSet>
      <dgm:spPr/>
      <dgm:t>
        <a:bodyPr/>
        <a:lstStyle/>
        <a:p>
          <a:endParaRPr lang="en-US"/>
        </a:p>
      </dgm:t>
    </dgm:pt>
    <dgm:pt modelId="{689C6AA6-D659-4688-8584-F29203628D31}" type="pres">
      <dgm:prSet presAssocID="{2DB2B463-9F52-4671-9B63-42CA3AD3E786}" presName="sp" presStyleCnt="0"/>
      <dgm:spPr/>
    </dgm:pt>
    <dgm:pt modelId="{0B78F27C-62A7-41C7-BF62-9B1A16C15263}" type="pres">
      <dgm:prSet presAssocID="{D3DEE31B-FE08-44BF-AF21-EB85B58AF80C}" presName="composite" presStyleCnt="0"/>
      <dgm:spPr/>
    </dgm:pt>
    <dgm:pt modelId="{3D4234E4-B510-42CC-A64B-12C8A538DAC9}" type="pres">
      <dgm:prSet presAssocID="{D3DEE31B-FE08-44BF-AF21-EB85B58AF80C}" presName="parentText" presStyleLbl="alignNode1" presStyleIdx="2" presStyleCnt="6" custScaleX="185761">
        <dgm:presLayoutVars>
          <dgm:chMax val="1"/>
          <dgm:bulletEnabled val="1"/>
        </dgm:presLayoutVars>
      </dgm:prSet>
      <dgm:spPr/>
      <dgm:t>
        <a:bodyPr/>
        <a:lstStyle/>
        <a:p>
          <a:endParaRPr lang="en-US"/>
        </a:p>
      </dgm:t>
    </dgm:pt>
    <dgm:pt modelId="{05141F2C-EBE9-4697-9FEF-69688A7FE815}" type="pres">
      <dgm:prSet presAssocID="{D3DEE31B-FE08-44BF-AF21-EB85B58AF80C}" presName="descendantText" presStyleLbl="alignAcc1" presStyleIdx="2" presStyleCnt="6" custScaleX="81300" custScaleY="102472" custLinFactNeighborX="-5309" custLinFactNeighborY="-2113">
        <dgm:presLayoutVars>
          <dgm:bulletEnabled val="1"/>
        </dgm:presLayoutVars>
      </dgm:prSet>
      <dgm:spPr/>
      <dgm:t>
        <a:bodyPr/>
        <a:lstStyle/>
        <a:p>
          <a:endParaRPr lang="en-US"/>
        </a:p>
      </dgm:t>
    </dgm:pt>
    <dgm:pt modelId="{A6E73D24-88DB-4717-8B81-74D56B2BF36C}" type="pres">
      <dgm:prSet presAssocID="{540A5919-AC5A-4B20-995D-96339476A2AF}" presName="sp" presStyleCnt="0"/>
      <dgm:spPr/>
    </dgm:pt>
    <dgm:pt modelId="{948BA2B1-1D39-4724-B936-1353A5BF2591}" type="pres">
      <dgm:prSet presAssocID="{B5AA176D-7976-442E-84BC-789ACE250477}" presName="composite" presStyleCnt="0"/>
      <dgm:spPr/>
    </dgm:pt>
    <dgm:pt modelId="{D21C6EED-0905-411F-B5E3-42F0FFC1B80E}" type="pres">
      <dgm:prSet presAssocID="{B5AA176D-7976-442E-84BC-789ACE250477}" presName="parentText" presStyleLbl="alignNode1" presStyleIdx="3" presStyleCnt="6" custScaleX="197533">
        <dgm:presLayoutVars>
          <dgm:chMax val="1"/>
          <dgm:bulletEnabled val="1"/>
        </dgm:presLayoutVars>
      </dgm:prSet>
      <dgm:spPr/>
      <dgm:t>
        <a:bodyPr/>
        <a:lstStyle/>
        <a:p>
          <a:endParaRPr lang="en-US"/>
        </a:p>
      </dgm:t>
    </dgm:pt>
    <dgm:pt modelId="{6B8C71FE-1BC8-40BD-AD4F-D4285F062ACA}" type="pres">
      <dgm:prSet presAssocID="{B5AA176D-7976-442E-84BC-789ACE250477}" presName="descendantText" presStyleLbl="alignAcc1" presStyleIdx="3" presStyleCnt="6" custScaleX="84260" custScaleY="107000" custLinFactNeighborX="-3421" custLinFactNeighborY="2482">
        <dgm:presLayoutVars>
          <dgm:bulletEnabled val="1"/>
        </dgm:presLayoutVars>
      </dgm:prSet>
      <dgm:spPr/>
      <dgm:t>
        <a:bodyPr/>
        <a:lstStyle/>
        <a:p>
          <a:endParaRPr lang="en-US"/>
        </a:p>
      </dgm:t>
    </dgm:pt>
    <dgm:pt modelId="{FAD4BDEC-0055-4B60-A04E-BB053724361E}" type="pres">
      <dgm:prSet presAssocID="{B6A8DC66-61F6-4D31-B63B-A37AEA900B62}" presName="sp" presStyleCnt="0"/>
      <dgm:spPr/>
    </dgm:pt>
    <dgm:pt modelId="{247248CB-AC24-478E-BCB8-A80CEDEEAB97}" type="pres">
      <dgm:prSet presAssocID="{EE76091E-C490-4F96-9A11-8133318F4720}" presName="composite" presStyleCnt="0"/>
      <dgm:spPr/>
    </dgm:pt>
    <dgm:pt modelId="{2FBFE571-B827-4B1D-B84F-3D03A54EB229}" type="pres">
      <dgm:prSet presAssocID="{EE76091E-C490-4F96-9A11-8133318F4720}" presName="parentText" presStyleLbl="alignNode1" presStyleIdx="4" presStyleCnt="6" custScaleX="200584">
        <dgm:presLayoutVars>
          <dgm:chMax val="1"/>
          <dgm:bulletEnabled val="1"/>
        </dgm:presLayoutVars>
      </dgm:prSet>
      <dgm:spPr/>
      <dgm:t>
        <a:bodyPr/>
        <a:lstStyle/>
        <a:p>
          <a:endParaRPr lang="en-US"/>
        </a:p>
      </dgm:t>
    </dgm:pt>
    <dgm:pt modelId="{6EAB2DDF-03A8-4556-BB68-B4D8B6EB9A46}" type="pres">
      <dgm:prSet presAssocID="{EE76091E-C490-4F96-9A11-8133318F4720}" presName="descendantText" presStyleLbl="alignAcc1" presStyleIdx="4" presStyleCnt="6" custScaleX="91530" custLinFactNeighborX="-315" custLinFactNeighborY="-2631">
        <dgm:presLayoutVars>
          <dgm:bulletEnabled val="1"/>
        </dgm:presLayoutVars>
      </dgm:prSet>
      <dgm:spPr/>
      <dgm:t>
        <a:bodyPr/>
        <a:lstStyle/>
        <a:p>
          <a:endParaRPr lang="en-US"/>
        </a:p>
      </dgm:t>
    </dgm:pt>
    <dgm:pt modelId="{3F06BA54-A8EF-4961-914A-2D5E066D1B38}" type="pres">
      <dgm:prSet presAssocID="{DDA14E9A-6CA5-4236-92DA-4742BC6CB620}" presName="sp" presStyleCnt="0"/>
      <dgm:spPr/>
    </dgm:pt>
    <dgm:pt modelId="{886616DA-0E13-41F6-AB8F-CB53871EB95B}" type="pres">
      <dgm:prSet presAssocID="{25F96347-D57B-4CE6-9AD7-5FFF0FB53C4A}" presName="composite" presStyleCnt="0"/>
      <dgm:spPr/>
    </dgm:pt>
    <dgm:pt modelId="{032366CA-2FC4-44CF-98C3-98DC90E0E33C}" type="pres">
      <dgm:prSet presAssocID="{25F96347-D57B-4CE6-9AD7-5FFF0FB53C4A}" presName="parentText" presStyleLbl="alignNode1" presStyleIdx="5" presStyleCnt="6" custScaleX="192593">
        <dgm:presLayoutVars>
          <dgm:chMax val="1"/>
          <dgm:bulletEnabled val="1"/>
        </dgm:presLayoutVars>
      </dgm:prSet>
      <dgm:spPr/>
      <dgm:t>
        <a:bodyPr/>
        <a:lstStyle/>
        <a:p>
          <a:endParaRPr lang="en-US"/>
        </a:p>
      </dgm:t>
    </dgm:pt>
    <dgm:pt modelId="{4E26C2DD-D236-463C-B477-5DF6F0A38892}" type="pres">
      <dgm:prSet presAssocID="{25F96347-D57B-4CE6-9AD7-5FFF0FB53C4A}" presName="descendantText" presStyleLbl="alignAcc1" presStyleIdx="5" presStyleCnt="6" custScaleX="88163" custScaleY="105353" custLinFactNeighborX="-1578" custLinFactNeighborY="-156">
        <dgm:presLayoutVars>
          <dgm:bulletEnabled val="1"/>
        </dgm:presLayoutVars>
      </dgm:prSet>
      <dgm:spPr/>
      <dgm:t>
        <a:bodyPr/>
        <a:lstStyle/>
        <a:p>
          <a:endParaRPr lang="en-US"/>
        </a:p>
      </dgm:t>
    </dgm:pt>
  </dgm:ptLst>
  <dgm:cxnLst>
    <dgm:cxn modelId="{48083A17-8AD6-4198-A9A7-6E50C69A6436}" type="presOf" srcId="{6227994C-6EF4-49A6-979E-4A9B6AD6B972}" destId="{05141F2C-EBE9-4697-9FEF-69688A7FE815}" srcOrd="0" destOrd="1" presId="urn:microsoft.com/office/officeart/2005/8/layout/chevron2"/>
    <dgm:cxn modelId="{A8113E60-D4B3-4A82-A2CE-9792BEA97D75}" type="presOf" srcId="{B0B51776-D95A-48A6-BD78-F7121CCC792B}" destId="{6B8C71FE-1BC8-40BD-AD4F-D4285F062ACA}" srcOrd="0" destOrd="0" presId="urn:microsoft.com/office/officeart/2005/8/layout/chevron2"/>
    <dgm:cxn modelId="{E7CF8CBD-9C20-471A-9C54-06EF3856DDDD}" srcId="{EE76091E-C490-4F96-9A11-8133318F4720}" destId="{5EB979BB-96AF-47A6-B112-5495297C579C}" srcOrd="1" destOrd="0" parTransId="{232E41EB-CECF-47A9-AC57-AC54CF9B1135}" sibTransId="{A1C0FBE0-79C2-4A0B-9718-80E242188A13}"/>
    <dgm:cxn modelId="{2F7B887E-63C5-49EF-976F-BDFAF540F50B}" srcId="{DC617964-FC74-4AF7-8AD0-2A54410D90CD}" destId="{7048ECC4-8903-4BC4-9C10-427E47E227FC}" srcOrd="3" destOrd="0" parTransId="{9EA1C560-6026-4365-A3AF-6A26E354B2A7}" sibTransId="{4437DE6E-F6BB-4729-950D-F741570664BA}"/>
    <dgm:cxn modelId="{7F193269-D40F-46F6-8F0B-CC51EA111580}" type="presOf" srcId="{ABE85999-449F-4B07-A050-3865106AD2EC}" destId="{F227DC31-4E2C-42BB-B3B3-0E75A5A36A2B}" srcOrd="0" destOrd="0" presId="urn:microsoft.com/office/officeart/2005/8/layout/chevron2"/>
    <dgm:cxn modelId="{98055A79-65A3-4D75-86AE-EF5DDEF57877}" srcId="{B5AA176D-7976-442E-84BC-789ACE250477}" destId="{B0B51776-D95A-48A6-BD78-F7121CCC792B}" srcOrd="0" destOrd="0" parTransId="{E3C0E5D7-FEC7-400A-BE86-26BB6D27CEFF}" sibTransId="{08097F76-75B9-42DD-A7B3-8AA9284E94D5}"/>
    <dgm:cxn modelId="{A215C7EF-9C78-4531-8EEE-1AD2D8251A76}" type="presOf" srcId="{395661E2-3949-4A77-964F-3F909851CA06}" destId="{2840B65E-4606-4916-B919-4CDA299F5B5D}" srcOrd="0" destOrd="0" presId="urn:microsoft.com/office/officeart/2005/8/layout/chevron2"/>
    <dgm:cxn modelId="{90D1A773-CB57-45F0-AF91-15C7119CED29}" type="presOf" srcId="{88FA96DB-E9FB-4593-AC26-CBA5C876B255}" destId="{6EAB2DDF-03A8-4556-BB68-B4D8B6EB9A46}" srcOrd="0" destOrd="0" presId="urn:microsoft.com/office/officeart/2005/8/layout/chevron2"/>
    <dgm:cxn modelId="{E62CA736-468B-4D1B-AB89-C275E021EFF0}" type="presOf" srcId="{19F26111-36B9-4FF9-8A0F-9499164D6466}" destId="{2840B65E-4606-4916-B919-4CDA299F5B5D}" srcOrd="0" destOrd="1" presId="urn:microsoft.com/office/officeart/2005/8/layout/chevron2"/>
    <dgm:cxn modelId="{BEEC69AA-CFEC-4EB3-AE69-B0ACDD88251D}" type="presOf" srcId="{D3DEE31B-FE08-44BF-AF21-EB85B58AF80C}" destId="{3D4234E4-B510-42CC-A64B-12C8A538DAC9}" srcOrd="0" destOrd="0" presId="urn:microsoft.com/office/officeart/2005/8/layout/chevron2"/>
    <dgm:cxn modelId="{9A15FC97-E65D-4F18-AA91-B46090DD30C3}" srcId="{25F96347-D57B-4CE6-9AD7-5FFF0FB53C4A}" destId="{2E599C62-F309-46AC-B7F8-6DA43B0B0614}" srcOrd="1" destOrd="0" parTransId="{AC98EEF8-C08A-46E5-B4BF-3C4698A63D76}" sibTransId="{22A3EF0D-7ADE-4296-BC74-3EA8B40C509B}"/>
    <dgm:cxn modelId="{3535505C-44BD-4EB5-96FC-5CB41FD78C20}" srcId="{DC617964-FC74-4AF7-8AD0-2A54410D90CD}" destId="{19F26111-36B9-4FF9-8A0F-9499164D6466}" srcOrd="1" destOrd="0" parTransId="{F1914D80-F254-42CF-9FCB-48F828524F3E}" sibTransId="{3672C1AE-70C8-4930-8274-B2F69774AE2A}"/>
    <dgm:cxn modelId="{129D46A8-F04F-4F6E-BD6A-72EF629D267F}" type="presOf" srcId="{5C0F0E68-5B12-4C91-9EB4-11B6EE0C8139}" destId="{2840B65E-4606-4916-B919-4CDA299F5B5D}" srcOrd="0" destOrd="2" presId="urn:microsoft.com/office/officeart/2005/8/layout/chevron2"/>
    <dgm:cxn modelId="{F25B1965-6803-40D4-B01D-3BC432A551F7}" srcId="{D09FB041-2666-4E8D-B40B-40FC0E04D9CA}" destId="{D3DEE31B-FE08-44BF-AF21-EB85B58AF80C}" srcOrd="2" destOrd="0" parTransId="{4DFF722D-DA29-4CE5-952E-A4A0EC087864}" sibTransId="{540A5919-AC5A-4B20-995D-96339476A2AF}"/>
    <dgm:cxn modelId="{0DF64592-ED12-4E46-82D2-4415EBCE6F73}" srcId="{D09FB041-2666-4E8D-B40B-40FC0E04D9CA}" destId="{EE76091E-C490-4F96-9A11-8133318F4720}" srcOrd="4" destOrd="0" parTransId="{1FB1B881-DF3F-4737-ABA3-8A767579AA5F}" sibTransId="{DDA14E9A-6CA5-4236-92DA-4742BC6CB620}"/>
    <dgm:cxn modelId="{20EEB319-1889-4221-9F6B-A4BA819BE054}" type="presOf" srcId="{DC617964-FC74-4AF7-8AD0-2A54410D90CD}" destId="{11B803AA-6854-4DF6-90AD-DE7D3CB10543}" srcOrd="0" destOrd="0" presId="urn:microsoft.com/office/officeart/2005/8/layout/chevron2"/>
    <dgm:cxn modelId="{EA0FD902-4C26-412E-BDB8-958F72FAD11D}" type="presOf" srcId="{408E8B4F-0CBF-4449-9604-0C0B6E200A7C}" destId="{8A8036EE-D816-4A78-88B3-9270200CD90A}" srcOrd="0" destOrd="0" presId="urn:microsoft.com/office/officeart/2005/8/layout/chevron2"/>
    <dgm:cxn modelId="{4F6A3787-C1A8-4F8D-AA6E-515C76D4D3B8}" srcId="{D3DEE31B-FE08-44BF-AF21-EB85B58AF80C}" destId="{0FB56CAC-56B2-4194-A8C0-E987D28BEB88}" srcOrd="0" destOrd="0" parTransId="{762CAF7B-9D17-48B7-99D6-E405167D002D}" sibTransId="{C936FFAB-5354-4895-9CCB-1218908E5228}"/>
    <dgm:cxn modelId="{709E82E5-2207-4EF6-A6D5-C288ADCF2C10}" srcId="{D09FB041-2666-4E8D-B40B-40FC0E04D9CA}" destId="{B5AA176D-7976-442E-84BC-789ACE250477}" srcOrd="3" destOrd="0" parTransId="{4DC55FE6-8F8C-41E4-879A-132E2403826C}" sibTransId="{B6A8DC66-61F6-4D31-B63B-A37AEA900B62}"/>
    <dgm:cxn modelId="{D85A5D9B-BF67-4FDE-9EAE-64E980099F68}" srcId="{B5AA176D-7976-442E-84BC-789ACE250477}" destId="{FB291365-87BC-47D7-BD43-35902BAE16F0}" srcOrd="1" destOrd="0" parTransId="{1AE1C4DA-2323-4731-BEB9-EA8A57C35D17}" sibTransId="{26B485CE-7363-4A3E-91C4-2531BFD456FA}"/>
    <dgm:cxn modelId="{6C53EBD4-D68E-4FE4-9EB8-638F76A52E53}" type="presOf" srcId="{7048ECC4-8903-4BC4-9C10-427E47E227FC}" destId="{2840B65E-4606-4916-B919-4CDA299F5B5D}" srcOrd="0" destOrd="3" presId="urn:microsoft.com/office/officeart/2005/8/layout/chevron2"/>
    <dgm:cxn modelId="{3DE8B038-0DBD-4DAA-95CB-21F20AB786F0}" type="presOf" srcId="{7B7EDB2D-D38E-434F-846B-465BB665DB8B}" destId="{4E26C2DD-D236-463C-B477-5DF6F0A38892}" srcOrd="0" destOrd="2" presId="urn:microsoft.com/office/officeart/2005/8/layout/chevron2"/>
    <dgm:cxn modelId="{0C7EC658-7472-4F04-ACC0-C324FBA943A5}" type="presOf" srcId="{FB291365-87BC-47D7-BD43-35902BAE16F0}" destId="{6B8C71FE-1BC8-40BD-AD4F-D4285F062ACA}" srcOrd="0" destOrd="1" presId="urn:microsoft.com/office/officeart/2005/8/layout/chevron2"/>
    <dgm:cxn modelId="{5FA976CE-6E4A-4160-B503-F438C793445D}" type="presOf" srcId="{25F96347-D57B-4CE6-9AD7-5FFF0FB53C4A}" destId="{032366CA-2FC4-44CF-98C3-98DC90E0E33C}" srcOrd="0" destOrd="0" presId="urn:microsoft.com/office/officeart/2005/8/layout/chevron2"/>
    <dgm:cxn modelId="{38E300F1-446E-4695-8778-0174A8EC0867}" type="presOf" srcId="{0FB56CAC-56B2-4194-A8C0-E987D28BEB88}" destId="{05141F2C-EBE9-4697-9FEF-69688A7FE815}" srcOrd="0" destOrd="0" presId="urn:microsoft.com/office/officeart/2005/8/layout/chevron2"/>
    <dgm:cxn modelId="{81EF5AC6-7DC3-411E-A1B8-D64A6721036A}" type="presOf" srcId="{B5AA176D-7976-442E-84BC-789ACE250477}" destId="{D21C6EED-0905-411F-B5E3-42F0FFC1B80E}" srcOrd="0" destOrd="0" presId="urn:microsoft.com/office/officeart/2005/8/layout/chevron2"/>
    <dgm:cxn modelId="{9706F054-AD0D-48C2-9560-9F8A4B550B9C}" type="presOf" srcId="{2E599C62-F309-46AC-B7F8-6DA43B0B0614}" destId="{4E26C2DD-D236-463C-B477-5DF6F0A38892}" srcOrd="0" destOrd="1" presId="urn:microsoft.com/office/officeart/2005/8/layout/chevron2"/>
    <dgm:cxn modelId="{0957B59C-7732-4117-AFB0-5BE03488854A}" srcId="{25F96347-D57B-4CE6-9AD7-5FFF0FB53C4A}" destId="{7B7EDB2D-D38E-434F-846B-465BB665DB8B}" srcOrd="2" destOrd="0" parTransId="{F287E697-32F0-4359-97EA-445CB5EFA8C9}" sibTransId="{87F759B0-6FB9-4A59-9727-97C946D684F2}"/>
    <dgm:cxn modelId="{C51BA2F0-176B-403B-B49A-81959BCCFD39}" type="presOf" srcId="{D09FB041-2666-4E8D-B40B-40FC0E04D9CA}" destId="{14B5560C-122E-4528-B997-6C3909775B28}" srcOrd="0" destOrd="0" presId="urn:microsoft.com/office/officeart/2005/8/layout/chevron2"/>
    <dgm:cxn modelId="{4B59B932-43CE-4B74-B33D-231B09340F76}" srcId="{D09FB041-2666-4E8D-B40B-40FC0E04D9CA}" destId="{25F96347-D57B-4CE6-9AD7-5FFF0FB53C4A}" srcOrd="5" destOrd="0" parTransId="{F3569929-50F2-4447-AE9D-EA4209FC714A}" sibTransId="{4E4902AE-B039-429D-9DAE-374FBBD55CFB}"/>
    <dgm:cxn modelId="{B384027D-EEF5-49A7-B981-8C100B9188DF}" type="presOf" srcId="{21B182DD-F2C1-4E5C-8E47-F2EED464708E}" destId="{F227DC31-4E2C-42BB-B3B3-0E75A5A36A2B}" srcOrd="0" destOrd="2" presId="urn:microsoft.com/office/officeart/2005/8/layout/chevron2"/>
    <dgm:cxn modelId="{CA1CF6B0-82AD-4536-9A6C-6374693E5163}" srcId="{DC617964-FC74-4AF7-8AD0-2A54410D90CD}" destId="{395661E2-3949-4A77-964F-3F909851CA06}" srcOrd="0" destOrd="0" parTransId="{F36203EE-85EC-47D4-B57B-44FF15E719C7}" sibTransId="{23FC6D75-A816-4FD0-AA14-E99851F8BD36}"/>
    <dgm:cxn modelId="{22BD093B-BE39-453B-A637-1D3A7C8CFC9F}" srcId="{408E8B4F-0CBF-4449-9604-0C0B6E200A7C}" destId="{21B182DD-F2C1-4E5C-8E47-F2EED464708E}" srcOrd="2" destOrd="0" parTransId="{04E78A59-EFD9-48B5-9CCC-8C5CC41CE479}" sibTransId="{31297E2A-6543-41CC-BFF5-FA1EC3514AC9}"/>
    <dgm:cxn modelId="{6C428732-1F7A-4133-86B8-4CAA7BDEC82D}" srcId="{D09FB041-2666-4E8D-B40B-40FC0E04D9CA}" destId="{408E8B4F-0CBF-4449-9604-0C0B6E200A7C}" srcOrd="0" destOrd="0" parTransId="{EA4A44C9-8A38-4219-8180-4DFC533A7BD5}" sibTransId="{0D8E2AE0-52DE-48BC-8D15-9E3819F6D5A1}"/>
    <dgm:cxn modelId="{986A0FC7-4BE7-425D-A725-A1134716DB5B}" srcId="{D09FB041-2666-4E8D-B40B-40FC0E04D9CA}" destId="{DC617964-FC74-4AF7-8AD0-2A54410D90CD}" srcOrd="1" destOrd="0" parTransId="{92082A41-99CE-4FF1-B7DE-416BDF4E7E1E}" sibTransId="{2DB2B463-9F52-4671-9B63-42CA3AD3E786}"/>
    <dgm:cxn modelId="{6B8D3614-A840-48B5-A1C8-95032A12C011}" type="presOf" srcId="{1090D2D1-3391-4E33-9AD2-E4552A63D89B}" destId="{F227DC31-4E2C-42BB-B3B3-0E75A5A36A2B}" srcOrd="0" destOrd="1" presId="urn:microsoft.com/office/officeart/2005/8/layout/chevron2"/>
    <dgm:cxn modelId="{5305B2D6-88F8-41F7-A73C-240760F0D5F1}" srcId="{EE76091E-C490-4F96-9A11-8133318F4720}" destId="{88FA96DB-E9FB-4593-AC26-CBA5C876B255}" srcOrd="0" destOrd="0" parTransId="{54290D20-5EAB-4306-B22E-190B5C53AC24}" sibTransId="{1C5A49C9-A111-4876-967B-D3BC015E87F6}"/>
    <dgm:cxn modelId="{68822333-EBF9-487A-92AE-26BE9719E905}" type="presOf" srcId="{EE76091E-C490-4F96-9A11-8133318F4720}" destId="{2FBFE571-B827-4B1D-B84F-3D03A54EB229}" srcOrd="0" destOrd="0" presId="urn:microsoft.com/office/officeart/2005/8/layout/chevron2"/>
    <dgm:cxn modelId="{9271BD3C-6A79-4AB8-8767-CF0A6CEFDD77}" type="presOf" srcId="{5EB979BB-96AF-47A6-B112-5495297C579C}" destId="{6EAB2DDF-03A8-4556-BB68-B4D8B6EB9A46}" srcOrd="0" destOrd="1" presId="urn:microsoft.com/office/officeart/2005/8/layout/chevron2"/>
    <dgm:cxn modelId="{F9B76658-18A9-4BB6-8E10-BF9CC430D490}" srcId="{408E8B4F-0CBF-4449-9604-0C0B6E200A7C}" destId="{ABE85999-449F-4B07-A050-3865106AD2EC}" srcOrd="0" destOrd="0" parTransId="{D2AAF695-1BAF-4234-B702-424518072E23}" sibTransId="{58B96D02-A62C-4DF8-9B25-C6F9286FBAC6}"/>
    <dgm:cxn modelId="{F0D3CB67-A905-4A6B-AD71-56B7C33C591E}" srcId="{D3DEE31B-FE08-44BF-AF21-EB85B58AF80C}" destId="{6227994C-6EF4-49A6-979E-4A9B6AD6B972}" srcOrd="1" destOrd="0" parTransId="{C94982A3-F8DA-45B2-A69E-C09202DBDA56}" sibTransId="{9D7939FF-FED0-4490-8137-599679912234}"/>
    <dgm:cxn modelId="{05BC4D5A-A0DA-492F-B04D-7BD370ACE2BF}" type="presOf" srcId="{517011C3-7BEB-44EF-9699-1306FCBA2FC1}" destId="{4E26C2DD-D236-463C-B477-5DF6F0A38892}" srcOrd="0" destOrd="0" presId="urn:microsoft.com/office/officeart/2005/8/layout/chevron2"/>
    <dgm:cxn modelId="{CD6E1E1B-503B-4B7D-8A1B-2C3674184250}" srcId="{408E8B4F-0CBF-4449-9604-0C0B6E200A7C}" destId="{1090D2D1-3391-4E33-9AD2-E4552A63D89B}" srcOrd="1" destOrd="0" parTransId="{B86BCB87-FF34-4161-9414-2D359B5F0FE7}" sibTransId="{EACD97AE-9A18-42CA-8BB5-23AB93CAEF6E}"/>
    <dgm:cxn modelId="{0CF8BB3D-3F67-4569-83FC-4697487F4630}" srcId="{DC617964-FC74-4AF7-8AD0-2A54410D90CD}" destId="{5C0F0E68-5B12-4C91-9EB4-11B6EE0C8139}" srcOrd="2" destOrd="0" parTransId="{F240DB7C-AC30-4F27-AA4F-38CE161D7039}" sibTransId="{DD54CBE1-2B72-4317-9557-7AF17921A68A}"/>
    <dgm:cxn modelId="{B3CDEF71-E12E-4525-8CBC-79EBBF97E7E7}" srcId="{25F96347-D57B-4CE6-9AD7-5FFF0FB53C4A}" destId="{517011C3-7BEB-44EF-9699-1306FCBA2FC1}" srcOrd="0" destOrd="0" parTransId="{28F0A7A0-1316-4403-AA9C-91CF34732C0A}" sibTransId="{F82C4614-8034-429B-9E72-93934D379E28}"/>
    <dgm:cxn modelId="{F374284A-D77C-4B73-8FF9-4A8231A17AB3}" type="presParOf" srcId="{14B5560C-122E-4528-B997-6C3909775B28}" destId="{C679FFC7-6655-4725-8594-44C582887F6D}" srcOrd="0" destOrd="0" presId="urn:microsoft.com/office/officeart/2005/8/layout/chevron2"/>
    <dgm:cxn modelId="{86ED003B-D6B1-4EDD-8C70-CDB883CCAEC5}" type="presParOf" srcId="{C679FFC7-6655-4725-8594-44C582887F6D}" destId="{8A8036EE-D816-4A78-88B3-9270200CD90A}" srcOrd="0" destOrd="0" presId="urn:microsoft.com/office/officeart/2005/8/layout/chevron2"/>
    <dgm:cxn modelId="{E3425FF6-4E75-4188-935D-7CACFB83722B}" type="presParOf" srcId="{C679FFC7-6655-4725-8594-44C582887F6D}" destId="{F227DC31-4E2C-42BB-B3B3-0E75A5A36A2B}" srcOrd="1" destOrd="0" presId="urn:microsoft.com/office/officeart/2005/8/layout/chevron2"/>
    <dgm:cxn modelId="{08FC581D-C508-4564-B024-7A7121666FA8}" type="presParOf" srcId="{14B5560C-122E-4528-B997-6C3909775B28}" destId="{F7877BB5-47F9-4814-8802-AA567A1280F0}" srcOrd="1" destOrd="0" presId="urn:microsoft.com/office/officeart/2005/8/layout/chevron2"/>
    <dgm:cxn modelId="{8F431BB2-A0A7-4749-ACB3-C9FA30372EC7}" type="presParOf" srcId="{14B5560C-122E-4528-B997-6C3909775B28}" destId="{454F87E1-D533-41C6-8BD9-140EFF64F936}" srcOrd="2" destOrd="0" presId="urn:microsoft.com/office/officeart/2005/8/layout/chevron2"/>
    <dgm:cxn modelId="{6957D65A-926C-4A10-9019-0EC372FB8F26}" type="presParOf" srcId="{454F87E1-D533-41C6-8BD9-140EFF64F936}" destId="{11B803AA-6854-4DF6-90AD-DE7D3CB10543}" srcOrd="0" destOrd="0" presId="urn:microsoft.com/office/officeart/2005/8/layout/chevron2"/>
    <dgm:cxn modelId="{5C428D90-3A02-45B8-B10A-46995BEE02A6}" type="presParOf" srcId="{454F87E1-D533-41C6-8BD9-140EFF64F936}" destId="{2840B65E-4606-4916-B919-4CDA299F5B5D}" srcOrd="1" destOrd="0" presId="urn:microsoft.com/office/officeart/2005/8/layout/chevron2"/>
    <dgm:cxn modelId="{CC3687F3-0944-49C9-8996-99206BD7230D}" type="presParOf" srcId="{14B5560C-122E-4528-B997-6C3909775B28}" destId="{689C6AA6-D659-4688-8584-F29203628D31}" srcOrd="3" destOrd="0" presId="urn:microsoft.com/office/officeart/2005/8/layout/chevron2"/>
    <dgm:cxn modelId="{EA6C0D37-C323-4C49-B6B1-8E43C74AACC2}" type="presParOf" srcId="{14B5560C-122E-4528-B997-6C3909775B28}" destId="{0B78F27C-62A7-41C7-BF62-9B1A16C15263}" srcOrd="4" destOrd="0" presId="urn:microsoft.com/office/officeart/2005/8/layout/chevron2"/>
    <dgm:cxn modelId="{9DD8FEFC-2F32-488B-9F0F-42AEC0C1AA76}" type="presParOf" srcId="{0B78F27C-62A7-41C7-BF62-9B1A16C15263}" destId="{3D4234E4-B510-42CC-A64B-12C8A538DAC9}" srcOrd="0" destOrd="0" presId="urn:microsoft.com/office/officeart/2005/8/layout/chevron2"/>
    <dgm:cxn modelId="{DDFA2545-88B4-45DE-9B21-E33545E6E317}" type="presParOf" srcId="{0B78F27C-62A7-41C7-BF62-9B1A16C15263}" destId="{05141F2C-EBE9-4697-9FEF-69688A7FE815}" srcOrd="1" destOrd="0" presId="urn:microsoft.com/office/officeart/2005/8/layout/chevron2"/>
    <dgm:cxn modelId="{301B9617-35AF-4FA2-9434-B3A63C02306F}" type="presParOf" srcId="{14B5560C-122E-4528-B997-6C3909775B28}" destId="{A6E73D24-88DB-4717-8B81-74D56B2BF36C}" srcOrd="5" destOrd="0" presId="urn:microsoft.com/office/officeart/2005/8/layout/chevron2"/>
    <dgm:cxn modelId="{789BD4EF-C101-4CDB-B8B9-1AF105EC31B1}" type="presParOf" srcId="{14B5560C-122E-4528-B997-6C3909775B28}" destId="{948BA2B1-1D39-4724-B936-1353A5BF2591}" srcOrd="6" destOrd="0" presId="urn:microsoft.com/office/officeart/2005/8/layout/chevron2"/>
    <dgm:cxn modelId="{57359D99-A9FB-4A6F-B280-B42062B0F576}" type="presParOf" srcId="{948BA2B1-1D39-4724-B936-1353A5BF2591}" destId="{D21C6EED-0905-411F-B5E3-42F0FFC1B80E}" srcOrd="0" destOrd="0" presId="urn:microsoft.com/office/officeart/2005/8/layout/chevron2"/>
    <dgm:cxn modelId="{CD52C822-33C0-4889-924A-0599560BA2FF}" type="presParOf" srcId="{948BA2B1-1D39-4724-B936-1353A5BF2591}" destId="{6B8C71FE-1BC8-40BD-AD4F-D4285F062ACA}" srcOrd="1" destOrd="0" presId="urn:microsoft.com/office/officeart/2005/8/layout/chevron2"/>
    <dgm:cxn modelId="{1A081441-5EC7-4823-A1A1-D995634F81D0}" type="presParOf" srcId="{14B5560C-122E-4528-B997-6C3909775B28}" destId="{FAD4BDEC-0055-4B60-A04E-BB053724361E}" srcOrd="7" destOrd="0" presId="urn:microsoft.com/office/officeart/2005/8/layout/chevron2"/>
    <dgm:cxn modelId="{851C7BDF-11CC-4A3F-B141-F4C4438084A5}" type="presParOf" srcId="{14B5560C-122E-4528-B997-6C3909775B28}" destId="{247248CB-AC24-478E-BCB8-A80CEDEEAB97}" srcOrd="8" destOrd="0" presId="urn:microsoft.com/office/officeart/2005/8/layout/chevron2"/>
    <dgm:cxn modelId="{EC654A17-37EC-429A-BFF3-3F12754E22AE}" type="presParOf" srcId="{247248CB-AC24-478E-BCB8-A80CEDEEAB97}" destId="{2FBFE571-B827-4B1D-B84F-3D03A54EB229}" srcOrd="0" destOrd="0" presId="urn:microsoft.com/office/officeart/2005/8/layout/chevron2"/>
    <dgm:cxn modelId="{0BE50149-E62F-45F3-96AD-7E6780443631}" type="presParOf" srcId="{247248CB-AC24-478E-BCB8-A80CEDEEAB97}" destId="{6EAB2DDF-03A8-4556-BB68-B4D8B6EB9A46}" srcOrd="1" destOrd="0" presId="urn:microsoft.com/office/officeart/2005/8/layout/chevron2"/>
    <dgm:cxn modelId="{EA0FA654-1060-4ADC-9592-04B67F05D065}" type="presParOf" srcId="{14B5560C-122E-4528-B997-6C3909775B28}" destId="{3F06BA54-A8EF-4961-914A-2D5E066D1B38}" srcOrd="9" destOrd="0" presId="urn:microsoft.com/office/officeart/2005/8/layout/chevron2"/>
    <dgm:cxn modelId="{114BC80F-9203-47FD-83BF-A155403FD64B}" type="presParOf" srcId="{14B5560C-122E-4528-B997-6C3909775B28}" destId="{886616DA-0E13-41F6-AB8F-CB53871EB95B}" srcOrd="10" destOrd="0" presId="urn:microsoft.com/office/officeart/2005/8/layout/chevron2"/>
    <dgm:cxn modelId="{24720406-F9E8-417B-A460-E99FAD735E82}" type="presParOf" srcId="{886616DA-0E13-41F6-AB8F-CB53871EB95B}" destId="{032366CA-2FC4-44CF-98C3-98DC90E0E33C}" srcOrd="0" destOrd="0" presId="urn:microsoft.com/office/officeart/2005/8/layout/chevron2"/>
    <dgm:cxn modelId="{EE88647D-CF09-40CD-AE99-5D430ABAB1E5}" type="presParOf" srcId="{886616DA-0E13-41F6-AB8F-CB53871EB95B}" destId="{4E26C2DD-D236-463C-B477-5DF6F0A38892}" srcOrd="1" destOrd="0" presId="urn:microsoft.com/office/officeart/2005/8/layout/chevro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A77984-C500-4040-9B41-E35D00ED84F5}" type="doc">
      <dgm:prSet loTypeId="urn:microsoft.com/office/officeart/2005/8/layout/hierarchy3" loCatId="list" qsTypeId="urn:microsoft.com/office/officeart/2005/8/quickstyle/simple1" qsCatId="simple" csTypeId="urn:microsoft.com/office/officeart/2005/8/colors/colorful1#2" csCatId="colorful" phldr="1"/>
      <dgm:spPr>
        <a:scene3d>
          <a:camera prst="orthographicFront">
            <a:rot lat="0" lon="0" rev="0"/>
          </a:camera>
          <a:lightRig rig="balanced" dir="t">
            <a:rot lat="0" lon="0" rev="8700000"/>
          </a:lightRig>
        </a:scene3d>
      </dgm:spPr>
      <dgm:t>
        <a:bodyPr/>
        <a:lstStyle/>
        <a:p>
          <a:endParaRPr lang="en-US"/>
        </a:p>
      </dgm:t>
    </dgm:pt>
    <dgm:pt modelId="{FFE5C75B-7933-434D-B754-96B70C0ADEFD}">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DEFINE</a:t>
          </a:r>
        </a:p>
      </dgm:t>
    </dgm:pt>
    <dgm:pt modelId="{CD0FE32E-4647-40A6-980E-5DF5ECECD6A1}" type="parTrans" cxnId="{8BB6EEE8-2CBD-4F75-A5EF-32E3A780A53A}">
      <dgm:prSet/>
      <dgm:spPr/>
      <dgm:t>
        <a:bodyPr/>
        <a:lstStyle/>
        <a:p>
          <a:endParaRPr lang="en-US"/>
        </a:p>
      </dgm:t>
    </dgm:pt>
    <dgm:pt modelId="{9AB9571D-2A75-43E5-A59C-665CEAEEFFCC}" type="sibTrans" cxnId="{8BB6EEE8-2CBD-4F75-A5EF-32E3A780A53A}">
      <dgm:prSet/>
      <dgm:spPr/>
      <dgm:t>
        <a:bodyPr/>
        <a:lstStyle/>
        <a:p>
          <a:endParaRPr lang="en-US"/>
        </a:p>
      </dgm:t>
    </dgm:pt>
    <dgm:pt modelId="{73D9B841-857F-4288-B068-D768EE7E6796}">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b="1" dirty="0"/>
            <a:t>PROJECT CHARTER</a:t>
          </a:r>
        </a:p>
      </dgm:t>
    </dgm:pt>
    <dgm:pt modelId="{D7811C72-4636-4EE6-B2E9-2B073A2720F0}" type="parTrans" cxnId="{6CDBB63B-A59C-4553-8AEB-EA82CE81D1B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AB89BC85-ED75-4F79-9844-C459D42ED717}" type="sibTrans" cxnId="{6CDBB63B-A59C-4553-8AEB-EA82CE81D1BF}">
      <dgm:prSet/>
      <dgm:spPr/>
      <dgm:t>
        <a:bodyPr/>
        <a:lstStyle/>
        <a:p>
          <a:endParaRPr lang="en-US"/>
        </a:p>
      </dgm:t>
    </dgm:pt>
    <dgm:pt modelId="{8599B05F-9961-470D-99A0-CEA2E5E2441F}">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b="1" dirty="0"/>
            <a:t>SIPOC</a:t>
          </a:r>
        </a:p>
      </dgm:t>
    </dgm:pt>
    <dgm:pt modelId="{8F594309-E1E9-4981-98A7-D62893939E1B}" type="parTrans" cxnId="{538A4396-7A77-4DEE-889A-00B7D4978E7D}">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D312FFEE-50EE-4030-861A-3631E73B7E1F}" type="sibTrans" cxnId="{538A4396-7A77-4DEE-889A-00B7D4978E7D}">
      <dgm:prSet/>
      <dgm:spPr/>
      <dgm:t>
        <a:bodyPr/>
        <a:lstStyle/>
        <a:p>
          <a:endParaRPr lang="en-US"/>
        </a:p>
      </dgm:t>
    </dgm:pt>
    <dgm:pt modelId="{835F176D-FCD1-40A5-A125-A8058548611E}">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MEASURE</a:t>
          </a:r>
        </a:p>
      </dgm:t>
    </dgm:pt>
    <dgm:pt modelId="{5F817BAD-6692-40DC-ACB1-867BD06396DD}" type="parTrans" cxnId="{E961E1FC-B8F1-4BC1-948A-F7100EE861F4}">
      <dgm:prSet/>
      <dgm:spPr/>
      <dgm:t>
        <a:bodyPr/>
        <a:lstStyle/>
        <a:p>
          <a:endParaRPr lang="en-US"/>
        </a:p>
      </dgm:t>
    </dgm:pt>
    <dgm:pt modelId="{CDA5D6C1-1C3E-4CA2-A93F-654D4CFEF5EF}" type="sibTrans" cxnId="{E961E1FC-B8F1-4BC1-948A-F7100EE861F4}">
      <dgm:prSet/>
      <dgm:spPr/>
      <dgm:t>
        <a:bodyPr/>
        <a:lstStyle/>
        <a:p>
          <a:endParaRPr lang="en-US"/>
        </a:p>
      </dgm:t>
    </dgm:pt>
    <dgm:pt modelId="{EB630E5C-7483-4A17-B9A2-487F837A12BE}">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b="1" dirty="0"/>
            <a:t>GANTT CHART</a:t>
          </a:r>
        </a:p>
      </dgm:t>
    </dgm:pt>
    <dgm:pt modelId="{40DFE3E8-8104-40D1-9116-E46E82500AD3}" type="parTrans" cxnId="{BF123261-DFDF-4355-B653-1A1914490824}">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31B9CD47-C37E-4B45-8348-6287E43AABBC}" type="sibTrans" cxnId="{BF123261-DFDF-4355-B653-1A1914490824}">
      <dgm:prSet/>
      <dgm:spPr/>
      <dgm:t>
        <a:bodyPr/>
        <a:lstStyle/>
        <a:p>
          <a:endParaRPr lang="en-US"/>
        </a:p>
      </dgm:t>
    </dgm:pt>
    <dgm:pt modelId="{F92A5A6B-C172-4326-870F-39E835D968D5}">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ANALYSE</a:t>
          </a:r>
        </a:p>
      </dgm:t>
    </dgm:pt>
    <dgm:pt modelId="{9D868A5A-679E-48FB-ABD9-5426910FA674}" type="parTrans" cxnId="{4BCACB1A-95AC-4892-8856-ECC7D3F9ADDA}">
      <dgm:prSet/>
      <dgm:spPr/>
      <dgm:t>
        <a:bodyPr/>
        <a:lstStyle/>
        <a:p>
          <a:endParaRPr lang="en-US"/>
        </a:p>
      </dgm:t>
    </dgm:pt>
    <dgm:pt modelId="{A984F750-B6AD-4DBA-BC03-1D6DC362FCBB}" type="sibTrans" cxnId="{4BCACB1A-95AC-4892-8856-ECC7D3F9ADDA}">
      <dgm:prSet/>
      <dgm:spPr/>
      <dgm:t>
        <a:bodyPr/>
        <a:lstStyle/>
        <a:p>
          <a:endParaRPr lang="en-US"/>
        </a:p>
      </dgm:t>
    </dgm:pt>
    <dgm:pt modelId="{163BE503-8C68-4FD2-B7C6-F791E71B4C5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IMPROVE</a:t>
          </a:r>
        </a:p>
      </dgm:t>
    </dgm:pt>
    <dgm:pt modelId="{F6A4A90B-1135-47C4-831D-0DFEE4FA7781}" type="parTrans" cxnId="{70C305D4-0E93-4A98-AD06-EAB72D0A959E}">
      <dgm:prSet/>
      <dgm:spPr/>
      <dgm:t>
        <a:bodyPr/>
        <a:lstStyle/>
        <a:p>
          <a:endParaRPr lang="en-US"/>
        </a:p>
      </dgm:t>
    </dgm:pt>
    <dgm:pt modelId="{75BE54C2-7DB6-48A2-A82E-33A7CF340BA3}" type="sibTrans" cxnId="{70C305D4-0E93-4A98-AD06-EAB72D0A959E}">
      <dgm:prSet/>
      <dgm:spPr/>
      <dgm:t>
        <a:bodyPr/>
        <a:lstStyle/>
        <a:p>
          <a:endParaRPr lang="en-US"/>
        </a:p>
      </dgm:t>
    </dgm:pt>
    <dgm:pt modelId="{EA74A106-5B0F-4EB9-AD0A-C22443D23D7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t>CONTROL</a:t>
          </a:r>
        </a:p>
      </dgm:t>
    </dgm:pt>
    <dgm:pt modelId="{F51DE13F-9FE6-498A-9A46-8C538AC355D7}" type="parTrans" cxnId="{48DDFFF5-E889-458A-8A87-72EA92B35ABF}">
      <dgm:prSet/>
      <dgm:spPr/>
      <dgm:t>
        <a:bodyPr/>
        <a:lstStyle/>
        <a:p>
          <a:endParaRPr lang="en-US"/>
        </a:p>
      </dgm:t>
    </dgm:pt>
    <dgm:pt modelId="{AB38FE45-D65E-46E9-9EAD-AD9AC9880C2C}" type="sibTrans" cxnId="{48DDFFF5-E889-458A-8A87-72EA92B35ABF}">
      <dgm:prSet/>
      <dgm:spPr/>
      <dgm:t>
        <a:bodyPr/>
        <a:lstStyle/>
        <a:p>
          <a:endParaRPr lang="en-US"/>
        </a:p>
      </dgm:t>
    </dgm:pt>
    <dgm:pt modelId="{12E3A7CC-FAB8-4F84-9474-AB1F6742EC63}" type="pres">
      <dgm:prSet presAssocID="{34A77984-C500-4040-9B41-E35D00ED84F5}" presName="diagram" presStyleCnt="0">
        <dgm:presLayoutVars>
          <dgm:chPref val="1"/>
          <dgm:dir/>
          <dgm:animOne val="branch"/>
          <dgm:animLvl val="lvl"/>
          <dgm:resizeHandles/>
        </dgm:presLayoutVars>
      </dgm:prSet>
      <dgm:spPr/>
      <dgm:t>
        <a:bodyPr/>
        <a:lstStyle/>
        <a:p>
          <a:endParaRPr lang="en-US"/>
        </a:p>
      </dgm:t>
    </dgm:pt>
    <dgm:pt modelId="{7D1A2914-2102-4842-A4F8-2FB990B87F51}" type="pres">
      <dgm:prSet presAssocID="{FFE5C75B-7933-434D-B754-96B70C0ADEFD}"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ABD46FE-DEDE-4F90-8969-AA24D6451BF4}" type="pres">
      <dgm:prSet presAssocID="{FFE5C75B-7933-434D-B754-96B70C0ADEFD}"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4221C2D-7873-472C-AF5A-E643B9AA7077}" type="pres">
      <dgm:prSet presAssocID="{FFE5C75B-7933-434D-B754-96B70C0ADEFD}" presName="rootText" presStyleLbl="node1" presStyleIdx="0" presStyleCnt="5"/>
      <dgm:spPr/>
      <dgm:t>
        <a:bodyPr/>
        <a:lstStyle/>
        <a:p>
          <a:endParaRPr lang="en-US"/>
        </a:p>
      </dgm:t>
    </dgm:pt>
    <dgm:pt modelId="{E163373C-DE33-44DD-9902-3DF58FD33446}" type="pres">
      <dgm:prSet presAssocID="{FFE5C75B-7933-434D-B754-96B70C0ADEFD}" presName="rootConnector" presStyleLbl="node1" presStyleIdx="0" presStyleCnt="5"/>
      <dgm:spPr/>
      <dgm:t>
        <a:bodyPr/>
        <a:lstStyle/>
        <a:p>
          <a:endParaRPr lang="en-US"/>
        </a:p>
      </dgm:t>
    </dgm:pt>
    <dgm:pt modelId="{6E6C1988-26D3-40CF-8B16-6FC8CB045F5A}" type="pres">
      <dgm:prSet presAssocID="{FFE5C75B-7933-434D-B754-96B70C0ADEFD}"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2D071620-B154-40F9-82AC-9496CDAC8179}" type="pres">
      <dgm:prSet presAssocID="{D7811C72-4636-4EE6-B2E9-2B073A2720F0}" presName="Name13" presStyleLbl="parChTrans1D2" presStyleIdx="0" presStyleCnt="3"/>
      <dgm:spPr/>
      <dgm:t>
        <a:bodyPr/>
        <a:lstStyle/>
        <a:p>
          <a:endParaRPr lang="en-US"/>
        </a:p>
      </dgm:t>
    </dgm:pt>
    <dgm:pt modelId="{61ACDCF5-4B16-4A59-9E4C-DEF677A137D2}" type="pres">
      <dgm:prSet presAssocID="{73D9B841-857F-4288-B068-D768EE7E6796}" presName="childText" presStyleLbl="bgAcc1" presStyleIdx="0" presStyleCnt="3">
        <dgm:presLayoutVars>
          <dgm:bulletEnabled val="1"/>
        </dgm:presLayoutVars>
      </dgm:prSet>
      <dgm:spPr/>
      <dgm:t>
        <a:bodyPr/>
        <a:lstStyle/>
        <a:p>
          <a:endParaRPr lang="en-US"/>
        </a:p>
      </dgm:t>
    </dgm:pt>
    <dgm:pt modelId="{9BED93EA-988D-4D3E-B879-EF0EA5F6822A}" type="pres">
      <dgm:prSet presAssocID="{8F594309-E1E9-4981-98A7-D62893939E1B}" presName="Name13" presStyleLbl="parChTrans1D2" presStyleIdx="1" presStyleCnt="3"/>
      <dgm:spPr/>
      <dgm:t>
        <a:bodyPr/>
        <a:lstStyle/>
        <a:p>
          <a:endParaRPr lang="en-US"/>
        </a:p>
      </dgm:t>
    </dgm:pt>
    <dgm:pt modelId="{FDB0D859-E86E-43A6-8ADA-DD411A786755}" type="pres">
      <dgm:prSet presAssocID="{8599B05F-9961-470D-99A0-CEA2E5E2441F}" presName="childText" presStyleLbl="bgAcc1" presStyleIdx="1" presStyleCnt="3">
        <dgm:presLayoutVars>
          <dgm:bulletEnabled val="1"/>
        </dgm:presLayoutVars>
      </dgm:prSet>
      <dgm:spPr/>
      <dgm:t>
        <a:bodyPr/>
        <a:lstStyle/>
        <a:p>
          <a:endParaRPr lang="en-US"/>
        </a:p>
      </dgm:t>
    </dgm:pt>
    <dgm:pt modelId="{A4E00A0D-3FA3-422A-8C5B-1AC320AF6C2E}" type="pres">
      <dgm:prSet presAssocID="{40DFE3E8-8104-40D1-9116-E46E82500AD3}" presName="Name13" presStyleLbl="parChTrans1D2" presStyleIdx="2" presStyleCnt="3"/>
      <dgm:spPr/>
      <dgm:t>
        <a:bodyPr/>
        <a:lstStyle/>
        <a:p>
          <a:endParaRPr lang="en-US"/>
        </a:p>
      </dgm:t>
    </dgm:pt>
    <dgm:pt modelId="{AE5648CC-3E98-407B-9D17-507F4F2D164B}" type="pres">
      <dgm:prSet presAssocID="{EB630E5C-7483-4A17-B9A2-487F837A12BE}" presName="childText" presStyleLbl="bgAcc1" presStyleIdx="2" presStyleCnt="3">
        <dgm:presLayoutVars>
          <dgm:bulletEnabled val="1"/>
        </dgm:presLayoutVars>
      </dgm:prSet>
      <dgm:spPr/>
      <dgm:t>
        <a:bodyPr/>
        <a:lstStyle/>
        <a:p>
          <a:endParaRPr lang="en-US"/>
        </a:p>
      </dgm:t>
    </dgm:pt>
    <dgm:pt modelId="{7E6C5C83-99F6-4AE2-AD71-44868E789F9A}" type="pres">
      <dgm:prSet presAssocID="{835F176D-FCD1-40A5-A125-A8058548611E}"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85022A8-AA98-408B-BF93-B6597D5ADE1E}" type="pres">
      <dgm:prSet presAssocID="{835F176D-FCD1-40A5-A125-A8058548611E}"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696E3DB-0DC7-4FE7-8F42-BAE642BBC242}" type="pres">
      <dgm:prSet presAssocID="{835F176D-FCD1-40A5-A125-A8058548611E}" presName="rootText" presStyleLbl="node1" presStyleIdx="1" presStyleCnt="5"/>
      <dgm:spPr/>
      <dgm:t>
        <a:bodyPr/>
        <a:lstStyle/>
        <a:p>
          <a:endParaRPr lang="en-US"/>
        </a:p>
      </dgm:t>
    </dgm:pt>
    <dgm:pt modelId="{23E683B0-20A6-4DA7-A071-EDEA036FFD3A}" type="pres">
      <dgm:prSet presAssocID="{835F176D-FCD1-40A5-A125-A8058548611E}" presName="rootConnector" presStyleLbl="node1" presStyleIdx="1" presStyleCnt="5"/>
      <dgm:spPr/>
      <dgm:t>
        <a:bodyPr/>
        <a:lstStyle/>
        <a:p>
          <a:endParaRPr lang="en-US"/>
        </a:p>
      </dgm:t>
    </dgm:pt>
    <dgm:pt modelId="{7EFA5C94-441A-48DE-9FFF-2654BD3F109F}" type="pres">
      <dgm:prSet presAssocID="{835F176D-FCD1-40A5-A125-A8058548611E}"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F1035130-96F0-41F5-9347-066777AF7374}" type="pres">
      <dgm:prSet presAssocID="{F92A5A6B-C172-4326-870F-39E835D968D5}"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AB2FAFF-6816-42D9-B0A9-EDFA2BA63F51}" type="pres">
      <dgm:prSet presAssocID="{F92A5A6B-C172-4326-870F-39E835D968D5}"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5F7992-6DB9-4544-A82B-C31460FF33A8}" type="pres">
      <dgm:prSet presAssocID="{F92A5A6B-C172-4326-870F-39E835D968D5}" presName="rootText" presStyleLbl="node1" presStyleIdx="2" presStyleCnt="5"/>
      <dgm:spPr/>
      <dgm:t>
        <a:bodyPr/>
        <a:lstStyle/>
        <a:p>
          <a:endParaRPr lang="en-US"/>
        </a:p>
      </dgm:t>
    </dgm:pt>
    <dgm:pt modelId="{63A2CF0E-9540-4240-B4C4-E8A32674C00C}" type="pres">
      <dgm:prSet presAssocID="{F92A5A6B-C172-4326-870F-39E835D968D5}" presName="rootConnector" presStyleLbl="node1" presStyleIdx="2" presStyleCnt="5"/>
      <dgm:spPr/>
      <dgm:t>
        <a:bodyPr/>
        <a:lstStyle/>
        <a:p>
          <a:endParaRPr lang="en-US"/>
        </a:p>
      </dgm:t>
    </dgm:pt>
    <dgm:pt modelId="{771FD8E9-80AE-45E8-BE15-DEB604B181E2}" type="pres">
      <dgm:prSet presAssocID="{F92A5A6B-C172-4326-870F-39E835D968D5}"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18669AE-302B-4109-B222-43AF4DBB653A}" type="pres">
      <dgm:prSet presAssocID="{163BE503-8C68-4FD2-B7C6-F791E71B4C57}"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C28C721-B391-4542-B414-3254AD27A8E1}" type="pres">
      <dgm:prSet presAssocID="{163BE503-8C68-4FD2-B7C6-F791E71B4C57}"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11A7C1A-1D74-4871-9272-63688CEA9840}" type="pres">
      <dgm:prSet presAssocID="{163BE503-8C68-4FD2-B7C6-F791E71B4C57}" presName="rootText" presStyleLbl="node1" presStyleIdx="3" presStyleCnt="5"/>
      <dgm:spPr/>
      <dgm:t>
        <a:bodyPr/>
        <a:lstStyle/>
        <a:p>
          <a:endParaRPr lang="en-US"/>
        </a:p>
      </dgm:t>
    </dgm:pt>
    <dgm:pt modelId="{A4C2F696-5B9E-48E1-8DD5-CE18D4799066}" type="pres">
      <dgm:prSet presAssocID="{163BE503-8C68-4FD2-B7C6-F791E71B4C57}" presName="rootConnector" presStyleLbl="node1" presStyleIdx="3" presStyleCnt="5"/>
      <dgm:spPr/>
      <dgm:t>
        <a:bodyPr/>
        <a:lstStyle/>
        <a:p>
          <a:endParaRPr lang="en-US"/>
        </a:p>
      </dgm:t>
    </dgm:pt>
    <dgm:pt modelId="{0F381101-694C-48FF-A599-7F30B854A510}" type="pres">
      <dgm:prSet presAssocID="{163BE503-8C68-4FD2-B7C6-F791E71B4C57}"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CBD544D-9936-44AC-81B0-4088E83D2C6A}" type="pres">
      <dgm:prSet presAssocID="{EA74A106-5B0F-4EB9-AD0A-C22443D23D7F}"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9027B41-60CA-41DD-8B74-448884A8A27F}" type="pres">
      <dgm:prSet presAssocID="{EA74A106-5B0F-4EB9-AD0A-C22443D23D7F}"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A67F809-1B9C-4D53-BB5E-9058653DB9C3}" type="pres">
      <dgm:prSet presAssocID="{EA74A106-5B0F-4EB9-AD0A-C22443D23D7F}" presName="rootText" presStyleLbl="node1" presStyleIdx="4" presStyleCnt="5"/>
      <dgm:spPr/>
      <dgm:t>
        <a:bodyPr/>
        <a:lstStyle/>
        <a:p>
          <a:endParaRPr lang="en-US"/>
        </a:p>
      </dgm:t>
    </dgm:pt>
    <dgm:pt modelId="{3808313F-6C74-410E-B83D-27859DEBADF4}" type="pres">
      <dgm:prSet presAssocID="{EA74A106-5B0F-4EB9-AD0A-C22443D23D7F}" presName="rootConnector" presStyleLbl="node1" presStyleIdx="4" presStyleCnt="5"/>
      <dgm:spPr/>
      <dgm:t>
        <a:bodyPr/>
        <a:lstStyle/>
        <a:p>
          <a:endParaRPr lang="en-US"/>
        </a:p>
      </dgm:t>
    </dgm:pt>
    <dgm:pt modelId="{79C9D8E2-EDAF-4275-A865-922CA18E856F}" type="pres">
      <dgm:prSet presAssocID="{EA74A106-5B0F-4EB9-AD0A-C22443D23D7F}"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538A4396-7A77-4DEE-889A-00B7D4978E7D}" srcId="{FFE5C75B-7933-434D-B754-96B70C0ADEFD}" destId="{8599B05F-9961-470D-99A0-CEA2E5E2441F}" srcOrd="1" destOrd="0" parTransId="{8F594309-E1E9-4981-98A7-D62893939E1B}" sibTransId="{D312FFEE-50EE-4030-861A-3631E73B7E1F}"/>
    <dgm:cxn modelId="{E379B47B-363A-41F7-8611-E79576BA7E72}" type="presOf" srcId="{40DFE3E8-8104-40D1-9116-E46E82500AD3}" destId="{A4E00A0D-3FA3-422A-8C5B-1AC320AF6C2E}" srcOrd="0" destOrd="0" presId="urn:microsoft.com/office/officeart/2005/8/layout/hierarchy3"/>
    <dgm:cxn modelId="{13F4BF6E-B804-45E4-B4AB-72D63834DDA8}" type="presOf" srcId="{EA74A106-5B0F-4EB9-AD0A-C22443D23D7F}" destId="{6A67F809-1B9C-4D53-BB5E-9058653DB9C3}" srcOrd="0" destOrd="0" presId="urn:microsoft.com/office/officeart/2005/8/layout/hierarchy3"/>
    <dgm:cxn modelId="{B671139C-29BC-46C3-A0FA-3FAF224B979B}" type="presOf" srcId="{34A77984-C500-4040-9B41-E35D00ED84F5}" destId="{12E3A7CC-FAB8-4F84-9474-AB1F6742EC63}" srcOrd="0" destOrd="0" presId="urn:microsoft.com/office/officeart/2005/8/layout/hierarchy3"/>
    <dgm:cxn modelId="{B4FB9585-BB94-404B-A559-89B4CD312C95}" type="presOf" srcId="{8F594309-E1E9-4981-98A7-D62893939E1B}" destId="{9BED93EA-988D-4D3E-B879-EF0EA5F6822A}" srcOrd="0" destOrd="0" presId="urn:microsoft.com/office/officeart/2005/8/layout/hierarchy3"/>
    <dgm:cxn modelId="{4BCACB1A-95AC-4892-8856-ECC7D3F9ADDA}" srcId="{34A77984-C500-4040-9B41-E35D00ED84F5}" destId="{F92A5A6B-C172-4326-870F-39E835D968D5}" srcOrd="2" destOrd="0" parTransId="{9D868A5A-679E-48FB-ABD9-5426910FA674}" sibTransId="{A984F750-B6AD-4DBA-BC03-1D6DC362FCBB}"/>
    <dgm:cxn modelId="{EC149B0A-E662-40C5-B4E9-0D2ED3EFE5DC}" type="presOf" srcId="{163BE503-8C68-4FD2-B7C6-F791E71B4C57}" destId="{711A7C1A-1D74-4871-9272-63688CEA9840}" srcOrd="0" destOrd="0" presId="urn:microsoft.com/office/officeart/2005/8/layout/hierarchy3"/>
    <dgm:cxn modelId="{047E5486-E95B-4BEC-A900-B791249F1806}" type="presOf" srcId="{D7811C72-4636-4EE6-B2E9-2B073A2720F0}" destId="{2D071620-B154-40F9-82AC-9496CDAC8179}" srcOrd="0" destOrd="0" presId="urn:microsoft.com/office/officeart/2005/8/layout/hierarchy3"/>
    <dgm:cxn modelId="{E961E1FC-B8F1-4BC1-948A-F7100EE861F4}" srcId="{34A77984-C500-4040-9B41-E35D00ED84F5}" destId="{835F176D-FCD1-40A5-A125-A8058548611E}" srcOrd="1" destOrd="0" parTransId="{5F817BAD-6692-40DC-ACB1-867BD06396DD}" sibTransId="{CDA5D6C1-1C3E-4CA2-A93F-654D4CFEF5EF}"/>
    <dgm:cxn modelId="{A05B2B3B-0CDB-46A4-A4ED-4026BB5C0796}" type="presOf" srcId="{FFE5C75B-7933-434D-B754-96B70C0ADEFD}" destId="{E163373C-DE33-44DD-9902-3DF58FD33446}" srcOrd="1" destOrd="0" presId="urn:microsoft.com/office/officeart/2005/8/layout/hierarchy3"/>
    <dgm:cxn modelId="{D773E1EB-7EB6-4CE3-8E70-8448692B3F99}" type="presOf" srcId="{F92A5A6B-C172-4326-870F-39E835D968D5}" destId="{63A2CF0E-9540-4240-B4C4-E8A32674C00C}" srcOrd="1" destOrd="0" presId="urn:microsoft.com/office/officeart/2005/8/layout/hierarchy3"/>
    <dgm:cxn modelId="{0AD5487B-5377-40E7-95DD-6F17DCA81486}" type="presOf" srcId="{835F176D-FCD1-40A5-A125-A8058548611E}" destId="{23E683B0-20A6-4DA7-A071-EDEA036FFD3A}" srcOrd="1" destOrd="0" presId="urn:microsoft.com/office/officeart/2005/8/layout/hierarchy3"/>
    <dgm:cxn modelId="{3F21B32A-1728-40D2-886D-3308ECAFEBDE}" type="presOf" srcId="{EA74A106-5B0F-4EB9-AD0A-C22443D23D7F}" destId="{3808313F-6C74-410E-B83D-27859DEBADF4}" srcOrd="1" destOrd="0" presId="urn:microsoft.com/office/officeart/2005/8/layout/hierarchy3"/>
    <dgm:cxn modelId="{6CDBB63B-A59C-4553-8AEB-EA82CE81D1BF}" srcId="{FFE5C75B-7933-434D-B754-96B70C0ADEFD}" destId="{73D9B841-857F-4288-B068-D768EE7E6796}" srcOrd="0" destOrd="0" parTransId="{D7811C72-4636-4EE6-B2E9-2B073A2720F0}" sibTransId="{AB89BC85-ED75-4F79-9844-C459D42ED717}"/>
    <dgm:cxn modelId="{AF8CDFAE-8920-4D46-A5C6-813138EF4837}" type="presOf" srcId="{F92A5A6B-C172-4326-870F-39E835D968D5}" destId="{405F7992-6DB9-4544-A82B-C31460FF33A8}" srcOrd="0" destOrd="0" presId="urn:microsoft.com/office/officeart/2005/8/layout/hierarchy3"/>
    <dgm:cxn modelId="{D7E5858E-D336-4D01-AB27-537C7761185A}" type="presOf" srcId="{835F176D-FCD1-40A5-A125-A8058548611E}" destId="{8696E3DB-0DC7-4FE7-8F42-BAE642BBC242}" srcOrd="0" destOrd="0" presId="urn:microsoft.com/office/officeart/2005/8/layout/hierarchy3"/>
    <dgm:cxn modelId="{48DDFFF5-E889-458A-8A87-72EA92B35ABF}" srcId="{34A77984-C500-4040-9B41-E35D00ED84F5}" destId="{EA74A106-5B0F-4EB9-AD0A-C22443D23D7F}" srcOrd="4" destOrd="0" parTransId="{F51DE13F-9FE6-498A-9A46-8C538AC355D7}" sibTransId="{AB38FE45-D65E-46E9-9EAD-AD9AC9880C2C}"/>
    <dgm:cxn modelId="{8A196FD9-2967-4E91-82D9-70E71A2F3375}" type="presOf" srcId="{8599B05F-9961-470D-99A0-CEA2E5E2441F}" destId="{FDB0D859-E86E-43A6-8ADA-DD411A786755}" srcOrd="0" destOrd="0" presId="urn:microsoft.com/office/officeart/2005/8/layout/hierarchy3"/>
    <dgm:cxn modelId="{ED67254E-DB54-44ED-AEEE-FDDDF26E354E}" type="presOf" srcId="{73D9B841-857F-4288-B068-D768EE7E6796}" destId="{61ACDCF5-4B16-4A59-9E4C-DEF677A137D2}" srcOrd="0" destOrd="0" presId="urn:microsoft.com/office/officeart/2005/8/layout/hierarchy3"/>
    <dgm:cxn modelId="{70C305D4-0E93-4A98-AD06-EAB72D0A959E}" srcId="{34A77984-C500-4040-9B41-E35D00ED84F5}" destId="{163BE503-8C68-4FD2-B7C6-F791E71B4C57}" srcOrd="3" destOrd="0" parTransId="{F6A4A90B-1135-47C4-831D-0DFEE4FA7781}" sibTransId="{75BE54C2-7DB6-48A2-A82E-33A7CF340BA3}"/>
    <dgm:cxn modelId="{B0B885E4-FDCF-4C10-AFC8-6915A5EDE2A3}" type="presOf" srcId="{163BE503-8C68-4FD2-B7C6-F791E71B4C57}" destId="{A4C2F696-5B9E-48E1-8DD5-CE18D4799066}" srcOrd="1" destOrd="0" presId="urn:microsoft.com/office/officeart/2005/8/layout/hierarchy3"/>
    <dgm:cxn modelId="{5A108F98-3152-4076-A675-791F7AA5A124}" type="presOf" srcId="{EB630E5C-7483-4A17-B9A2-487F837A12BE}" destId="{AE5648CC-3E98-407B-9D17-507F4F2D164B}" srcOrd="0" destOrd="0" presId="urn:microsoft.com/office/officeart/2005/8/layout/hierarchy3"/>
    <dgm:cxn modelId="{BF123261-DFDF-4355-B653-1A1914490824}" srcId="{FFE5C75B-7933-434D-B754-96B70C0ADEFD}" destId="{EB630E5C-7483-4A17-B9A2-487F837A12BE}" srcOrd="2" destOrd="0" parTransId="{40DFE3E8-8104-40D1-9116-E46E82500AD3}" sibTransId="{31B9CD47-C37E-4B45-8348-6287E43AABBC}"/>
    <dgm:cxn modelId="{8EB72CB7-E083-4E21-857C-50813FDEDDCB}" type="presOf" srcId="{FFE5C75B-7933-434D-B754-96B70C0ADEFD}" destId="{54221C2D-7873-472C-AF5A-E643B9AA7077}" srcOrd="0" destOrd="0" presId="urn:microsoft.com/office/officeart/2005/8/layout/hierarchy3"/>
    <dgm:cxn modelId="{8BB6EEE8-2CBD-4F75-A5EF-32E3A780A53A}" srcId="{34A77984-C500-4040-9B41-E35D00ED84F5}" destId="{FFE5C75B-7933-434D-B754-96B70C0ADEFD}" srcOrd="0" destOrd="0" parTransId="{CD0FE32E-4647-40A6-980E-5DF5ECECD6A1}" sibTransId="{9AB9571D-2A75-43E5-A59C-665CEAEEFFCC}"/>
    <dgm:cxn modelId="{05428995-8D12-431C-A142-45B0A69F235C}" type="presParOf" srcId="{12E3A7CC-FAB8-4F84-9474-AB1F6742EC63}" destId="{7D1A2914-2102-4842-A4F8-2FB990B87F51}" srcOrd="0" destOrd="0" presId="urn:microsoft.com/office/officeart/2005/8/layout/hierarchy3"/>
    <dgm:cxn modelId="{D2054416-11C1-434C-9A66-353CF42CE2A0}" type="presParOf" srcId="{7D1A2914-2102-4842-A4F8-2FB990B87F51}" destId="{0ABD46FE-DEDE-4F90-8969-AA24D6451BF4}" srcOrd="0" destOrd="0" presId="urn:microsoft.com/office/officeart/2005/8/layout/hierarchy3"/>
    <dgm:cxn modelId="{C8DCCF99-AC0F-4918-9701-6D124F618B23}" type="presParOf" srcId="{0ABD46FE-DEDE-4F90-8969-AA24D6451BF4}" destId="{54221C2D-7873-472C-AF5A-E643B9AA7077}" srcOrd="0" destOrd="0" presId="urn:microsoft.com/office/officeart/2005/8/layout/hierarchy3"/>
    <dgm:cxn modelId="{B4AE7111-20EE-4BA2-B194-EAC183C106AB}" type="presParOf" srcId="{0ABD46FE-DEDE-4F90-8969-AA24D6451BF4}" destId="{E163373C-DE33-44DD-9902-3DF58FD33446}" srcOrd="1" destOrd="0" presId="urn:microsoft.com/office/officeart/2005/8/layout/hierarchy3"/>
    <dgm:cxn modelId="{096A487C-0282-4F56-B894-536BC804C631}" type="presParOf" srcId="{7D1A2914-2102-4842-A4F8-2FB990B87F51}" destId="{6E6C1988-26D3-40CF-8B16-6FC8CB045F5A}" srcOrd="1" destOrd="0" presId="urn:microsoft.com/office/officeart/2005/8/layout/hierarchy3"/>
    <dgm:cxn modelId="{40F2B02A-E9F9-4F44-9E15-34E874B33840}" type="presParOf" srcId="{6E6C1988-26D3-40CF-8B16-6FC8CB045F5A}" destId="{2D071620-B154-40F9-82AC-9496CDAC8179}" srcOrd="0" destOrd="0" presId="urn:microsoft.com/office/officeart/2005/8/layout/hierarchy3"/>
    <dgm:cxn modelId="{30D9846A-7CE2-4F6E-B27E-91A3F2AFD569}" type="presParOf" srcId="{6E6C1988-26D3-40CF-8B16-6FC8CB045F5A}" destId="{61ACDCF5-4B16-4A59-9E4C-DEF677A137D2}" srcOrd="1" destOrd="0" presId="urn:microsoft.com/office/officeart/2005/8/layout/hierarchy3"/>
    <dgm:cxn modelId="{47F814B3-D160-4EC4-A032-0148F81C1CD6}" type="presParOf" srcId="{6E6C1988-26D3-40CF-8B16-6FC8CB045F5A}" destId="{9BED93EA-988D-4D3E-B879-EF0EA5F6822A}" srcOrd="2" destOrd="0" presId="urn:microsoft.com/office/officeart/2005/8/layout/hierarchy3"/>
    <dgm:cxn modelId="{A07FBB40-7FD8-48DE-AB7A-8AA324AC777C}" type="presParOf" srcId="{6E6C1988-26D3-40CF-8B16-6FC8CB045F5A}" destId="{FDB0D859-E86E-43A6-8ADA-DD411A786755}" srcOrd="3" destOrd="0" presId="urn:microsoft.com/office/officeart/2005/8/layout/hierarchy3"/>
    <dgm:cxn modelId="{76A8FF88-2EC2-4A03-AE82-7FF80D0BEAD1}" type="presParOf" srcId="{6E6C1988-26D3-40CF-8B16-6FC8CB045F5A}" destId="{A4E00A0D-3FA3-422A-8C5B-1AC320AF6C2E}" srcOrd="4" destOrd="0" presId="urn:microsoft.com/office/officeart/2005/8/layout/hierarchy3"/>
    <dgm:cxn modelId="{B2DE2A7E-8529-4159-BC15-51E5D0A638F6}" type="presParOf" srcId="{6E6C1988-26D3-40CF-8B16-6FC8CB045F5A}" destId="{AE5648CC-3E98-407B-9D17-507F4F2D164B}" srcOrd="5" destOrd="0" presId="urn:microsoft.com/office/officeart/2005/8/layout/hierarchy3"/>
    <dgm:cxn modelId="{D4C9AAE4-89BF-4120-AE7B-0B7599040D62}" type="presParOf" srcId="{12E3A7CC-FAB8-4F84-9474-AB1F6742EC63}" destId="{7E6C5C83-99F6-4AE2-AD71-44868E789F9A}" srcOrd="1" destOrd="0" presId="urn:microsoft.com/office/officeart/2005/8/layout/hierarchy3"/>
    <dgm:cxn modelId="{3AE0D7EC-0EF9-4295-AA8A-F198ADFC384A}" type="presParOf" srcId="{7E6C5C83-99F6-4AE2-AD71-44868E789F9A}" destId="{B85022A8-AA98-408B-BF93-B6597D5ADE1E}" srcOrd="0" destOrd="0" presId="urn:microsoft.com/office/officeart/2005/8/layout/hierarchy3"/>
    <dgm:cxn modelId="{20322C2B-D2F8-41F0-9F3A-80CD39937D04}" type="presParOf" srcId="{B85022A8-AA98-408B-BF93-B6597D5ADE1E}" destId="{8696E3DB-0DC7-4FE7-8F42-BAE642BBC242}" srcOrd="0" destOrd="0" presId="urn:microsoft.com/office/officeart/2005/8/layout/hierarchy3"/>
    <dgm:cxn modelId="{24E3BCA1-1D5A-4BD8-86AA-2E29DD9AFC99}" type="presParOf" srcId="{B85022A8-AA98-408B-BF93-B6597D5ADE1E}" destId="{23E683B0-20A6-4DA7-A071-EDEA036FFD3A}" srcOrd="1" destOrd="0" presId="urn:microsoft.com/office/officeart/2005/8/layout/hierarchy3"/>
    <dgm:cxn modelId="{583DF554-6BC8-4889-990B-A679245DCA54}" type="presParOf" srcId="{7E6C5C83-99F6-4AE2-AD71-44868E789F9A}" destId="{7EFA5C94-441A-48DE-9FFF-2654BD3F109F}" srcOrd="1" destOrd="0" presId="urn:microsoft.com/office/officeart/2005/8/layout/hierarchy3"/>
    <dgm:cxn modelId="{43A01D96-F219-4F86-844B-53906EC61033}" type="presParOf" srcId="{12E3A7CC-FAB8-4F84-9474-AB1F6742EC63}" destId="{F1035130-96F0-41F5-9347-066777AF7374}" srcOrd="2" destOrd="0" presId="urn:microsoft.com/office/officeart/2005/8/layout/hierarchy3"/>
    <dgm:cxn modelId="{4CDA7BFA-DFF5-4936-94DE-7A9669B19F82}" type="presParOf" srcId="{F1035130-96F0-41F5-9347-066777AF7374}" destId="{DAB2FAFF-6816-42D9-B0A9-EDFA2BA63F51}" srcOrd="0" destOrd="0" presId="urn:microsoft.com/office/officeart/2005/8/layout/hierarchy3"/>
    <dgm:cxn modelId="{78436988-92F4-4913-A2AD-14B3A9EE0361}" type="presParOf" srcId="{DAB2FAFF-6816-42D9-B0A9-EDFA2BA63F51}" destId="{405F7992-6DB9-4544-A82B-C31460FF33A8}" srcOrd="0" destOrd="0" presId="urn:microsoft.com/office/officeart/2005/8/layout/hierarchy3"/>
    <dgm:cxn modelId="{3188F166-2A95-443A-B34D-23C7DFCE57B4}" type="presParOf" srcId="{DAB2FAFF-6816-42D9-B0A9-EDFA2BA63F51}" destId="{63A2CF0E-9540-4240-B4C4-E8A32674C00C}" srcOrd="1" destOrd="0" presId="urn:microsoft.com/office/officeart/2005/8/layout/hierarchy3"/>
    <dgm:cxn modelId="{FB84ED73-7FF5-40CF-BC38-357FCD3D42A2}" type="presParOf" srcId="{F1035130-96F0-41F5-9347-066777AF7374}" destId="{771FD8E9-80AE-45E8-BE15-DEB604B181E2}" srcOrd="1" destOrd="0" presId="urn:microsoft.com/office/officeart/2005/8/layout/hierarchy3"/>
    <dgm:cxn modelId="{A4B7E9E0-D6CE-4CC7-B73F-46C8D0A10EF3}" type="presParOf" srcId="{12E3A7CC-FAB8-4F84-9474-AB1F6742EC63}" destId="{618669AE-302B-4109-B222-43AF4DBB653A}" srcOrd="3" destOrd="0" presId="urn:microsoft.com/office/officeart/2005/8/layout/hierarchy3"/>
    <dgm:cxn modelId="{10E54A2D-7A68-4C10-90DF-35462B36B2B0}" type="presParOf" srcId="{618669AE-302B-4109-B222-43AF4DBB653A}" destId="{0C28C721-B391-4542-B414-3254AD27A8E1}" srcOrd="0" destOrd="0" presId="urn:microsoft.com/office/officeart/2005/8/layout/hierarchy3"/>
    <dgm:cxn modelId="{B8A838A0-541D-4FDC-8C1C-64F2214A0DCB}" type="presParOf" srcId="{0C28C721-B391-4542-B414-3254AD27A8E1}" destId="{711A7C1A-1D74-4871-9272-63688CEA9840}" srcOrd="0" destOrd="0" presId="urn:microsoft.com/office/officeart/2005/8/layout/hierarchy3"/>
    <dgm:cxn modelId="{D66B3C29-FA25-4D19-90F3-4631DF13348D}" type="presParOf" srcId="{0C28C721-B391-4542-B414-3254AD27A8E1}" destId="{A4C2F696-5B9E-48E1-8DD5-CE18D4799066}" srcOrd="1" destOrd="0" presId="urn:microsoft.com/office/officeart/2005/8/layout/hierarchy3"/>
    <dgm:cxn modelId="{5576E306-6861-4DA2-A80F-E425065C5D4E}" type="presParOf" srcId="{618669AE-302B-4109-B222-43AF4DBB653A}" destId="{0F381101-694C-48FF-A599-7F30B854A510}" srcOrd="1" destOrd="0" presId="urn:microsoft.com/office/officeart/2005/8/layout/hierarchy3"/>
    <dgm:cxn modelId="{77C93166-F7A6-4C3D-975C-0555FC748741}" type="presParOf" srcId="{12E3A7CC-FAB8-4F84-9474-AB1F6742EC63}" destId="{6CBD544D-9936-44AC-81B0-4088E83D2C6A}" srcOrd="4" destOrd="0" presId="urn:microsoft.com/office/officeart/2005/8/layout/hierarchy3"/>
    <dgm:cxn modelId="{F04E184A-C1C1-4D62-B751-1413528B6E82}" type="presParOf" srcId="{6CBD544D-9936-44AC-81B0-4088E83D2C6A}" destId="{D9027B41-60CA-41DD-8B74-448884A8A27F}" srcOrd="0" destOrd="0" presId="urn:microsoft.com/office/officeart/2005/8/layout/hierarchy3"/>
    <dgm:cxn modelId="{DDBF1443-AF8C-4512-99AD-534DD957F37A}" type="presParOf" srcId="{D9027B41-60CA-41DD-8B74-448884A8A27F}" destId="{6A67F809-1B9C-4D53-BB5E-9058653DB9C3}" srcOrd="0" destOrd="0" presId="urn:microsoft.com/office/officeart/2005/8/layout/hierarchy3"/>
    <dgm:cxn modelId="{6F2C3824-DE69-47BE-8905-5CCC442CDF5A}" type="presParOf" srcId="{D9027B41-60CA-41DD-8B74-448884A8A27F}" destId="{3808313F-6C74-410E-B83D-27859DEBADF4}" srcOrd="1" destOrd="0" presId="urn:microsoft.com/office/officeart/2005/8/layout/hierarchy3"/>
    <dgm:cxn modelId="{1A2EE6B6-8005-4A17-BCCE-52B40D2A358A}" type="presParOf" srcId="{6CBD544D-9936-44AC-81B0-4088E83D2C6A}" destId="{79C9D8E2-EDAF-4275-A865-922CA18E856F}" srcOrd="1" destOrd="0" presId="urn:microsoft.com/office/officeart/2005/8/layout/hierarchy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A77984-C500-4040-9B41-E35D00ED84F5}" type="doc">
      <dgm:prSet loTypeId="urn:microsoft.com/office/officeart/2005/8/layout/hierarchy3" loCatId="list" qsTypeId="urn:microsoft.com/office/officeart/2005/8/quickstyle/simple4" qsCatId="simple" csTypeId="urn:microsoft.com/office/officeart/2005/8/colors/colorful1#3" csCatId="colorful" phldr="1"/>
      <dgm:spPr>
        <a:scene3d>
          <a:camera prst="orthographicFront">
            <a:rot lat="0" lon="0" rev="0"/>
          </a:camera>
          <a:lightRig rig="balanced" dir="t">
            <a:rot lat="0" lon="0" rev="8700000"/>
          </a:lightRig>
        </a:scene3d>
      </dgm:spPr>
      <dgm:t>
        <a:bodyPr/>
        <a:lstStyle/>
        <a:p>
          <a:endParaRPr lang="en-US"/>
        </a:p>
      </dgm:t>
    </dgm:pt>
    <dgm:pt modelId="{FFE5C75B-7933-434D-B754-96B70C0ADEFD}">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DEFINE</a:t>
          </a:r>
        </a:p>
      </dgm:t>
    </dgm:pt>
    <dgm:pt modelId="{CD0FE32E-4647-40A6-980E-5DF5ECECD6A1}" type="parTrans" cxnId="{8BB6EEE8-2CBD-4F75-A5EF-32E3A780A53A}">
      <dgm:prSet/>
      <dgm:spPr/>
      <dgm:t>
        <a:bodyPr/>
        <a:lstStyle/>
        <a:p>
          <a:endParaRPr lang="en-US"/>
        </a:p>
      </dgm:t>
    </dgm:pt>
    <dgm:pt modelId="{9AB9571D-2A75-43E5-A59C-665CEAEEFFCC}" type="sibTrans" cxnId="{8BB6EEE8-2CBD-4F75-A5EF-32E3A780A53A}">
      <dgm:prSet/>
      <dgm:spPr/>
      <dgm:t>
        <a:bodyPr/>
        <a:lstStyle/>
        <a:p>
          <a:endParaRPr lang="en-US"/>
        </a:p>
      </dgm:t>
    </dgm:pt>
    <dgm:pt modelId="{835F176D-FCD1-40A5-A125-A8058548611E}">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MEASURE</a:t>
          </a:r>
        </a:p>
      </dgm:t>
    </dgm:pt>
    <dgm:pt modelId="{5F817BAD-6692-40DC-ACB1-867BD06396DD}" type="parTrans" cxnId="{E961E1FC-B8F1-4BC1-948A-F7100EE861F4}">
      <dgm:prSet/>
      <dgm:spPr/>
      <dgm:t>
        <a:bodyPr/>
        <a:lstStyle/>
        <a:p>
          <a:endParaRPr lang="en-US"/>
        </a:p>
      </dgm:t>
    </dgm:pt>
    <dgm:pt modelId="{CDA5D6C1-1C3E-4CA2-A93F-654D4CFEF5EF}" type="sibTrans" cxnId="{E961E1FC-B8F1-4BC1-948A-F7100EE861F4}">
      <dgm:prSet/>
      <dgm:spPr/>
      <dgm:t>
        <a:bodyPr/>
        <a:lstStyle/>
        <a:p>
          <a:endParaRPr lang="en-US"/>
        </a:p>
      </dgm:t>
    </dgm:pt>
    <dgm:pt modelId="{F92A5A6B-C172-4326-870F-39E835D968D5}">
      <dgm:prSet>
        <dgm:style>
          <a:lnRef idx="1">
            <a:schemeClr val="accent6"/>
          </a:lnRef>
          <a:fillRef idx="3">
            <a:schemeClr val="accent6"/>
          </a:fillRef>
          <a:effectRef idx="2">
            <a:schemeClr val="accent6"/>
          </a:effectRef>
          <a:fontRef idx="minor">
            <a:schemeClr val="lt1"/>
          </a:fontRef>
        </dgm:style>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ANALYSE</a:t>
          </a:r>
        </a:p>
      </dgm:t>
    </dgm:pt>
    <dgm:pt modelId="{9D868A5A-679E-48FB-ABD9-5426910FA674}" type="parTrans" cxnId="{4BCACB1A-95AC-4892-8856-ECC7D3F9ADDA}">
      <dgm:prSet/>
      <dgm:spPr/>
      <dgm:t>
        <a:bodyPr/>
        <a:lstStyle/>
        <a:p>
          <a:endParaRPr lang="en-US"/>
        </a:p>
      </dgm:t>
    </dgm:pt>
    <dgm:pt modelId="{A984F750-B6AD-4DBA-BC03-1D6DC362FCBB}" type="sibTrans" cxnId="{4BCACB1A-95AC-4892-8856-ECC7D3F9ADDA}">
      <dgm:prSet/>
      <dgm:spPr/>
      <dgm:t>
        <a:bodyPr/>
        <a:lstStyle/>
        <a:p>
          <a:endParaRPr lang="en-US"/>
        </a:p>
      </dgm:t>
    </dgm:pt>
    <dgm:pt modelId="{163BE503-8C68-4FD2-B7C6-F791E71B4C5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IMPROVE</a:t>
          </a:r>
        </a:p>
      </dgm:t>
    </dgm:pt>
    <dgm:pt modelId="{F6A4A90B-1135-47C4-831D-0DFEE4FA7781}" type="parTrans" cxnId="{70C305D4-0E93-4A98-AD06-EAB72D0A959E}">
      <dgm:prSet/>
      <dgm:spPr/>
      <dgm:t>
        <a:bodyPr/>
        <a:lstStyle/>
        <a:p>
          <a:endParaRPr lang="en-US"/>
        </a:p>
      </dgm:t>
    </dgm:pt>
    <dgm:pt modelId="{75BE54C2-7DB6-48A2-A82E-33A7CF340BA3}" type="sibTrans" cxnId="{70C305D4-0E93-4A98-AD06-EAB72D0A959E}">
      <dgm:prSet/>
      <dgm:spPr/>
      <dgm:t>
        <a:bodyPr/>
        <a:lstStyle/>
        <a:p>
          <a:endParaRPr lang="en-US"/>
        </a:p>
      </dgm:t>
    </dgm:pt>
    <dgm:pt modelId="{EA74A106-5B0F-4EB9-AD0A-C22443D23D7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CONTROL</a:t>
          </a:r>
        </a:p>
      </dgm:t>
    </dgm:pt>
    <dgm:pt modelId="{F51DE13F-9FE6-498A-9A46-8C538AC355D7}" type="parTrans" cxnId="{48DDFFF5-E889-458A-8A87-72EA92B35ABF}">
      <dgm:prSet/>
      <dgm:spPr/>
      <dgm:t>
        <a:bodyPr/>
        <a:lstStyle/>
        <a:p>
          <a:endParaRPr lang="en-US"/>
        </a:p>
      </dgm:t>
    </dgm:pt>
    <dgm:pt modelId="{AB38FE45-D65E-46E9-9EAD-AD9AC9880C2C}" type="sibTrans" cxnId="{48DDFFF5-E889-458A-8A87-72EA92B35ABF}">
      <dgm:prSet/>
      <dgm:spPr/>
      <dgm:t>
        <a:bodyPr/>
        <a:lstStyle/>
        <a:p>
          <a:endParaRPr lang="en-US"/>
        </a:p>
      </dgm:t>
    </dgm:pt>
    <dgm:pt modelId="{DCD5E0B2-F6F7-4F1A-BB4A-7C61EFFD05F4}">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dirty="0">
              <a:latin typeface="Times New Roman" panose="02020603050405020304" pitchFamily="18" charset="0"/>
              <a:cs typeface="Times New Roman" panose="02020603050405020304" pitchFamily="18" charset="0"/>
            </a:rPr>
            <a:t>Data Collection</a:t>
          </a:r>
        </a:p>
      </dgm:t>
    </dgm:pt>
    <dgm:pt modelId="{D59005CF-5DCC-49F6-96B1-D25A8413DD72}" type="parTrans" cxnId="{3668C3EC-02B6-4C59-A48E-BFA7AC188FE3}">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07D5D6C1-92D2-42E0-9557-8FAFF697B5DB}" type="sibTrans" cxnId="{3668C3EC-02B6-4C59-A48E-BFA7AC188FE3}">
      <dgm:prSet/>
      <dgm:spPr/>
      <dgm:t>
        <a:bodyPr/>
        <a:lstStyle/>
        <a:p>
          <a:endParaRPr lang="en-US"/>
        </a:p>
      </dgm:t>
    </dgm:pt>
    <dgm:pt modelId="{68D816EA-06CD-4EB2-B1E1-D7D2A1FEED74}">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dirty="0">
              <a:latin typeface="Times New Roman" panose="02020603050405020304" pitchFamily="18" charset="0"/>
              <a:cs typeface="Times New Roman" panose="02020603050405020304" pitchFamily="18" charset="0"/>
            </a:rPr>
            <a:t>Process Sigma Level</a:t>
          </a:r>
        </a:p>
      </dgm:t>
    </dgm:pt>
    <dgm:pt modelId="{05B226AC-6D48-4C94-9922-FA18499F78F4}" type="parTrans" cxnId="{8A70A4E4-ECFE-4EC8-999B-F8F26835AF9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EA05D6AB-E6A8-4063-8660-D5A7A5AA59E2}" type="sibTrans" cxnId="{8A70A4E4-ECFE-4EC8-999B-F8F26835AF9F}">
      <dgm:prSet/>
      <dgm:spPr/>
      <dgm:t>
        <a:bodyPr/>
        <a:lstStyle/>
        <a:p>
          <a:endParaRPr lang="en-US"/>
        </a:p>
      </dgm:t>
    </dgm:pt>
    <dgm:pt modelId="{12E3A7CC-FAB8-4F84-9474-AB1F6742EC63}" type="pres">
      <dgm:prSet presAssocID="{34A77984-C500-4040-9B41-E35D00ED84F5}" presName="diagram" presStyleCnt="0">
        <dgm:presLayoutVars>
          <dgm:chPref val="1"/>
          <dgm:dir/>
          <dgm:animOne val="branch"/>
          <dgm:animLvl val="lvl"/>
          <dgm:resizeHandles/>
        </dgm:presLayoutVars>
      </dgm:prSet>
      <dgm:spPr/>
      <dgm:t>
        <a:bodyPr/>
        <a:lstStyle/>
        <a:p>
          <a:endParaRPr lang="en-US"/>
        </a:p>
      </dgm:t>
    </dgm:pt>
    <dgm:pt modelId="{7D1A2914-2102-4842-A4F8-2FB990B87F51}" type="pres">
      <dgm:prSet presAssocID="{FFE5C75B-7933-434D-B754-96B70C0ADEFD}"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ABD46FE-DEDE-4F90-8969-AA24D6451BF4}" type="pres">
      <dgm:prSet presAssocID="{FFE5C75B-7933-434D-B754-96B70C0ADEFD}"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4221C2D-7873-472C-AF5A-E643B9AA7077}" type="pres">
      <dgm:prSet presAssocID="{FFE5C75B-7933-434D-B754-96B70C0ADEFD}" presName="rootText" presStyleLbl="node1" presStyleIdx="0" presStyleCnt="5"/>
      <dgm:spPr/>
      <dgm:t>
        <a:bodyPr/>
        <a:lstStyle/>
        <a:p>
          <a:endParaRPr lang="en-US"/>
        </a:p>
      </dgm:t>
    </dgm:pt>
    <dgm:pt modelId="{E163373C-DE33-44DD-9902-3DF58FD33446}" type="pres">
      <dgm:prSet presAssocID="{FFE5C75B-7933-434D-B754-96B70C0ADEFD}" presName="rootConnector" presStyleLbl="node1" presStyleIdx="0" presStyleCnt="5"/>
      <dgm:spPr/>
      <dgm:t>
        <a:bodyPr/>
        <a:lstStyle/>
        <a:p>
          <a:endParaRPr lang="en-US"/>
        </a:p>
      </dgm:t>
    </dgm:pt>
    <dgm:pt modelId="{6E6C1988-26D3-40CF-8B16-6FC8CB045F5A}" type="pres">
      <dgm:prSet presAssocID="{FFE5C75B-7933-434D-B754-96B70C0ADEFD}"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E6C5C83-99F6-4AE2-AD71-44868E789F9A}" type="pres">
      <dgm:prSet presAssocID="{835F176D-FCD1-40A5-A125-A8058548611E}"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85022A8-AA98-408B-BF93-B6597D5ADE1E}" type="pres">
      <dgm:prSet presAssocID="{835F176D-FCD1-40A5-A125-A8058548611E}"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696E3DB-0DC7-4FE7-8F42-BAE642BBC242}" type="pres">
      <dgm:prSet presAssocID="{835F176D-FCD1-40A5-A125-A8058548611E}" presName="rootText" presStyleLbl="node1" presStyleIdx="1" presStyleCnt="5"/>
      <dgm:spPr/>
      <dgm:t>
        <a:bodyPr/>
        <a:lstStyle/>
        <a:p>
          <a:endParaRPr lang="en-US"/>
        </a:p>
      </dgm:t>
    </dgm:pt>
    <dgm:pt modelId="{23E683B0-20A6-4DA7-A071-EDEA036FFD3A}" type="pres">
      <dgm:prSet presAssocID="{835F176D-FCD1-40A5-A125-A8058548611E}" presName="rootConnector" presStyleLbl="node1" presStyleIdx="1" presStyleCnt="5"/>
      <dgm:spPr/>
      <dgm:t>
        <a:bodyPr/>
        <a:lstStyle/>
        <a:p>
          <a:endParaRPr lang="en-US"/>
        </a:p>
      </dgm:t>
    </dgm:pt>
    <dgm:pt modelId="{7EFA5C94-441A-48DE-9FFF-2654BD3F109F}" type="pres">
      <dgm:prSet presAssocID="{835F176D-FCD1-40A5-A125-A8058548611E}"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FDAD403F-129B-49A7-A531-3E8D4897CF0A}" type="pres">
      <dgm:prSet presAssocID="{D59005CF-5DCC-49F6-96B1-D25A8413DD72}" presName="Name13" presStyleLbl="parChTrans1D2" presStyleIdx="0" presStyleCnt="2"/>
      <dgm:spPr/>
      <dgm:t>
        <a:bodyPr/>
        <a:lstStyle/>
        <a:p>
          <a:endParaRPr lang="en-US"/>
        </a:p>
      </dgm:t>
    </dgm:pt>
    <dgm:pt modelId="{58E90713-0D09-4940-8EB0-CDDC8FCD8FE2}" type="pres">
      <dgm:prSet presAssocID="{DCD5E0B2-F6F7-4F1A-BB4A-7C61EFFD05F4}" presName="childText" presStyleLbl="bgAcc1" presStyleIdx="0" presStyleCnt="2">
        <dgm:presLayoutVars>
          <dgm:bulletEnabled val="1"/>
        </dgm:presLayoutVars>
      </dgm:prSet>
      <dgm:spPr/>
      <dgm:t>
        <a:bodyPr/>
        <a:lstStyle/>
        <a:p>
          <a:endParaRPr lang="en-US"/>
        </a:p>
      </dgm:t>
    </dgm:pt>
    <dgm:pt modelId="{705E7D3C-9139-4CBE-B49F-D32D30B2F678}" type="pres">
      <dgm:prSet presAssocID="{05B226AC-6D48-4C94-9922-FA18499F78F4}" presName="Name13" presStyleLbl="parChTrans1D2" presStyleIdx="1" presStyleCnt="2"/>
      <dgm:spPr/>
      <dgm:t>
        <a:bodyPr/>
        <a:lstStyle/>
        <a:p>
          <a:endParaRPr lang="en-US"/>
        </a:p>
      </dgm:t>
    </dgm:pt>
    <dgm:pt modelId="{0E6F2C49-7767-4D66-B9CC-776BB61021DD}" type="pres">
      <dgm:prSet presAssocID="{68D816EA-06CD-4EB2-B1E1-D7D2A1FEED74}" presName="childText" presStyleLbl="bgAcc1" presStyleIdx="1" presStyleCnt="2">
        <dgm:presLayoutVars>
          <dgm:bulletEnabled val="1"/>
        </dgm:presLayoutVars>
      </dgm:prSet>
      <dgm:spPr/>
      <dgm:t>
        <a:bodyPr/>
        <a:lstStyle/>
        <a:p>
          <a:endParaRPr lang="en-US"/>
        </a:p>
      </dgm:t>
    </dgm:pt>
    <dgm:pt modelId="{F1035130-96F0-41F5-9347-066777AF7374}" type="pres">
      <dgm:prSet presAssocID="{F92A5A6B-C172-4326-870F-39E835D968D5}"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AB2FAFF-6816-42D9-B0A9-EDFA2BA63F51}" type="pres">
      <dgm:prSet presAssocID="{F92A5A6B-C172-4326-870F-39E835D968D5}"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5F7992-6DB9-4544-A82B-C31460FF33A8}" type="pres">
      <dgm:prSet presAssocID="{F92A5A6B-C172-4326-870F-39E835D968D5}" presName="rootText" presStyleLbl="node1" presStyleIdx="2" presStyleCnt="5"/>
      <dgm:spPr/>
      <dgm:t>
        <a:bodyPr/>
        <a:lstStyle/>
        <a:p>
          <a:endParaRPr lang="en-US"/>
        </a:p>
      </dgm:t>
    </dgm:pt>
    <dgm:pt modelId="{63A2CF0E-9540-4240-B4C4-E8A32674C00C}" type="pres">
      <dgm:prSet presAssocID="{F92A5A6B-C172-4326-870F-39E835D968D5}" presName="rootConnector" presStyleLbl="node1" presStyleIdx="2" presStyleCnt="5"/>
      <dgm:spPr/>
      <dgm:t>
        <a:bodyPr/>
        <a:lstStyle/>
        <a:p>
          <a:endParaRPr lang="en-US"/>
        </a:p>
      </dgm:t>
    </dgm:pt>
    <dgm:pt modelId="{771FD8E9-80AE-45E8-BE15-DEB604B181E2}" type="pres">
      <dgm:prSet presAssocID="{F92A5A6B-C172-4326-870F-39E835D968D5}"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18669AE-302B-4109-B222-43AF4DBB653A}" type="pres">
      <dgm:prSet presAssocID="{163BE503-8C68-4FD2-B7C6-F791E71B4C57}"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C28C721-B391-4542-B414-3254AD27A8E1}" type="pres">
      <dgm:prSet presAssocID="{163BE503-8C68-4FD2-B7C6-F791E71B4C57}"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11A7C1A-1D74-4871-9272-63688CEA9840}" type="pres">
      <dgm:prSet presAssocID="{163BE503-8C68-4FD2-B7C6-F791E71B4C57}" presName="rootText" presStyleLbl="node1" presStyleIdx="3" presStyleCnt="5"/>
      <dgm:spPr/>
      <dgm:t>
        <a:bodyPr/>
        <a:lstStyle/>
        <a:p>
          <a:endParaRPr lang="en-US"/>
        </a:p>
      </dgm:t>
    </dgm:pt>
    <dgm:pt modelId="{A4C2F696-5B9E-48E1-8DD5-CE18D4799066}" type="pres">
      <dgm:prSet presAssocID="{163BE503-8C68-4FD2-B7C6-F791E71B4C57}" presName="rootConnector" presStyleLbl="node1" presStyleIdx="3" presStyleCnt="5"/>
      <dgm:spPr/>
      <dgm:t>
        <a:bodyPr/>
        <a:lstStyle/>
        <a:p>
          <a:endParaRPr lang="en-US"/>
        </a:p>
      </dgm:t>
    </dgm:pt>
    <dgm:pt modelId="{0F381101-694C-48FF-A599-7F30B854A510}" type="pres">
      <dgm:prSet presAssocID="{163BE503-8C68-4FD2-B7C6-F791E71B4C57}"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CBD544D-9936-44AC-81B0-4088E83D2C6A}" type="pres">
      <dgm:prSet presAssocID="{EA74A106-5B0F-4EB9-AD0A-C22443D23D7F}"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9027B41-60CA-41DD-8B74-448884A8A27F}" type="pres">
      <dgm:prSet presAssocID="{EA74A106-5B0F-4EB9-AD0A-C22443D23D7F}"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A67F809-1B9C-4D53-BB5E-9058653DB9C3}" type="pres">
      <dgm:prSet presAssocID="{EA74A106-5B0F-4EB9-AD0A-C22443D23D7F}" presName="rootText" presStyleLbl="node1" presStyleIdx="4" presStyleCnt="5"/>
      <dgm:spPr/>
      <dgm:t>
        <a:bodyPr/>
        <a:lstStyle/>
        <a:p>
          <a:endParaRPr lang="en-US"/>
        </a:p>
      </dgm:t>
    </dgm:pt>
    <dgm:pt modelId="{3808313F-6C74-410E-B83D-27859DEBADF4}" type="pres">
      <dgm:prSet presAssocID="{EA74A106-5B0F-4EB9-AD0A-C22443D23D7F}" presName="rootConnector" presStyleLbl="node1" presStyleIdx="4" presStyleCnt="5"/>
      <dgm:spPr/>
      <dgm:t>
        <a:bodyPr/>
        <a:lstStyle/>
        <a:p>
          <a:endParaRPr lang="en-US"/>
        </a:p>
      </dgm:t>
    </dgm:pt>
    <dgm:pt modelId="{79C9D8E2-EDAF-4275-A865-922CA18E856F}" type="pres">
      <dgm:prSet presAssocID="{EA74A106-5B0F-4EB9-AD0A-C22443D23D7F}"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13F4BF6E-B804-45E4-B4AB-72D63834DDA8}" type="presOf" srcId="{EA74A106-5B0F-4EB9-AD0A-C22443D23D7F}" destId="{6A67F809-1B9C-4D53-BB5E-9058653DB9C3}" srcOrd="0" destOrd="0" presId="urn:microsoft.com/office/officeart/2005/8/layout/hierarchy3"/>
    <dgm:cxn modelId="{B671139C-29BC-46C3-A0FA-3FAF224B979B}" type="presOf" srcId="{34A77984-C500-4040-9B41-E35D00ED84F5}" destId="{12E3A7CC-FAB8-4F84-9474-AB1F6742EC63}" srcOrd="0" destOrd="0" presId="urn:microsoft.com/office/officeart/2005/8/layout/hierarchy3"/>
    <dgm:cxn modelId="{3668C3EC-02B6-4C59-A48E-BFA7AC188FE3}" srcId="{835F176D-FCD1-40A5-A125-A8058548611E}" destId="{DCD5E0B2-F6F7-4F1A-BB4A-7C61EFFD05F4}" srcOrd="0" destOrd="0" parTransId="{D59005CF-5DCC-49F6-96B1-D25A8413DD72}" sibTransId="{07D5D6C1-92D2-42E0-9557-8FAFF697B5DB}"/>
    <dgm:cxn modelId="{0F9F29CC-FC7D-4B61-9D30-B0765789B733}" type="presOf" srcId="{05B226AC-6D48-4C94-9922-FA18499F78F4}" destId="{705E7D3C-9139-4CBE-B49F-D32D30B2F678}" srcOrd="0" destOrd="0" presId="urn:microsoft.com/office/officeart/2005/8/layout/hierarchy3"/>
    <dgm:cxn modelId="{4BCACB1A-95AC-4892-8856-ECC7D3F9ADDA}" srcId="{34A77984-C500-4040-9B41-E35D00ED84F5}" destId="{F92A5A6B-C172-4326-870F-39E835D968D5}" srcOrd="2" destOrd="0" parTransId="{9D868A5A-679E-48FB-ABD9-5426910FA674}" sibTransId="{A984F750-B6AD-4DBA-BC03-1D6DC362FCBB}"/>
    <dgm:cxn modelId="{EC149B0A-E662-40C5-B4E9-0D2ED3EFE5DC}" type="presOf" srcId="{163BE503-8C68-4FD2-B7C6-F791E71B4C57}" destId="{711A7C1A-1D74-4871-9272-63688CEA9840}" srcOrd="0" destOrd="0" presId="urn:microsoft.com/office/officeart/2005/8/layout/hierarchy3"/>
    <dgm:cxn modelId="{E961E1FC-B8F1-4BC1-948A-F7100EE861F4}" srcId="{34A77984-C500-4040-9B41-E35D00ED84F5}" destId="{835F176D-FCD1-40A5-A125-A8058548611E}" srcOrd="1" destOrd="0" parTransId="{5F817BAD-6692-40DC-ACB1-867BD06396DD}" sibTransId="{CDA5D6C1-1C3E-4CA2-A93F-654D4CFEF5EF}"/>
    <dgm:cxn modelId="{A05B2B3B-0CDB-46A4-A4ED-4026BB5C0796}" type="presOf" srcId="{FFE5C75B-7933-434D-B754-96B70C0ADEFD}" destId="{E163373C-DE33-44DD-9902-3DF58FD33446}" srcOrd="1" destOrd="0" presId="urn:microsoft.com/office/officeart/2005/8/layout/hierarchy3"/>
    <dgm:cxn modelId="{D773E1EB-7EB6-4CE3-8E70-8448692B3F99}" type="presOf" srcId="{F92A5A6B-C172-4326-870F-39E835D968D5}" destId="{63A2CF0E-9540-4240-B4C4-E8A32674C00C}" srcOrd="1" destOrd="0" presId="urn:microsoft.com/office/officeart/2005/8/layout/hierarchy3"/>
    <dgm:cxn modelId="{0AD5487B-5377-40E7-95DD-6F17DCA81486}" type="presOf" srcId="{835F176D-FCD1-40A5-A125-A8058548611E}" destId="{23E683B0-20A6-4DA7-A071-EDEA036FFD3A}" srcOrd="1" destOrd="0" presId="urn:microsoft.com/office/officeart/2005/8/layout/hierarchy3"/>
    <dgm:cxn modelId="{3F21B32A-1728-40D2-886D-3308ECAFEBDE}" type="presOf" srcId="{EA74A106-5B0F-4EB9-AD0A-C22443D23D7F}" destId="{3808313F-6C74-410E-B83D-27859DEBADF4}" srcOrd="1" destOrd="0" presId="urn:microsoft.com/office/officeart/2005/8/layout/hierarchy3"/>
    <dgm:cxn modelId="{AF8CDFAE-8920-4D46-A5C6-813138EF4837}" type="presOf" srcId="{F92A5A6B-C172-4326-870F-39E835D968D5}" destId="{405F7992-6DB9-4544-A82B-C31460FF33A8}" srcOrd="0" destOrd="0" presId="urn:microsoft.com/office/officeart/2005/8/layout/hierarchy3"/>
    <dgm:cxn modelId="{DE5DFEC1-BFDB-47FA-82A0-55016D019974}" type="presOf" srcId="{68D816EA-06CD-4EB2-B1E1-D7D2A1FEED74}" destId="{0E6F2C49-7767-4D66-B9CC-776BB61021DD}" srcOrd="0" destOrd="0" presId="urn:microsoft.com/office/officeart/2005/8/layout/hierarchy3"/>
    <dgm:cxn modelId="{9CA6774B-268D-4CCF-A402-68BA11E17433}" type="presOf" srcId="{D59005CF-5DCC-49F6-96B1-D25A8413DD72}" destId="{FDAD403F-129B-49A7-A531-3E8D4897CF0A}" srcOrd="0" destOrd="0" presId="urn:microsoft.com/office/officeart/2005/8/layout/hierarchy3"/>
    <dgm:cxn modelId="{D7E5858E-D336-4D01-AB27-537C7761185A}" type="presOf" srcId="{835F176D-FCD1-40A5-A125-A8058548611E}" destId="{8696E3DB-0DC7-4FE7-8F42-BAE642BBC242}" srcOrd="0" destOrd="0" presId="urn:microsoft.com/office/officeart/2005/8/layout/hierarchy3"/>
    <dgm:cxn modelId="{48DDFFF5-E889-458A-8A87-72EA92B35ABF}" srcId="{34A77984-C500-4040-9B41-E35D00ED84F5}" destId="{EA74A106-5B0F-4EB9-AD0A-C22443D23D7F}" srcOrd="4" destOrd="0" parTransId="{F51DE13F-9FE6-498A-9A46-8C538AC355D7}" sibTransId="{AB38FE45-D65E-46E9-9EAD-AD9AC9880C2C}"/>
    <dgm:cxn modelId="{8A70A4E4-ECFE-4EC8-999B-F8F26835AF9F}" srcId="{835F176D-FCD1-40A5-A125-A8058548611E}" destId="{68D816EA-06CD-4EB2-B1E1-D7D2A1FEED74}" srcOrd="1" destOrd="0" parTransId="{05B226AC-6D48-4C94-9922-FA18499F78F4}" sibTransId="{EA05D6AB-E6A8-4063-8660-D5A7A5AA59E2}"/>
    <dgm:cxn modelId="{F38BF758-B5A7-4EC6-A393-56D49918DA29}" type="presOf" srcId="{DCD5E0B2-F6F7-4F1A-BB4A-7C61EFFD05F4}" destId="{58E90713-0D09-4940-8EB0-CDDC8FCD8FE2}" srcOrd="0" destOrd="0" presId="urn:microsoft.com/office/officeart/2005/8/layout/hierarchy3"/>
    <dgm:cxn modelId="{70C305D4-0E93-4A98-AD06-EAB72D0A959E}" srcId="{34A77984-C500-4040-9B41-E35D00ED84F5}" destId="{163BE503-8C68-4FD2-B7C6-F791E71B4C57}" srcOrd="3" destOrd="0" parTransId="{F6A4A90B-1135-47C4-831D-0DFEE4FA7781}" sibTransId="{75BE54C2-7DB6-48A2-A82E-33A7CF340BA3}"/>
    <dgm:cxn modelId="{B0B885E4-FDCF-4C10-AFC8-6915A5EDE2A3}" type="presOf" srcId="{163BE503-8C68-4FD2-B7C6-F791E71B4C57}" destId="{A4C2F696-5B9E-48E1-8DD5-CE18D4799066}" srcOrd="1" destOrd="0" presId="urn:microsoft.com/office/officeart/2005/8/layout/hierarchy3"/>
    <dgm:cxn modelId="{8EB72CB7-E083-4E21-857C-50813FDEDDCB}" type="presOf" srcId="{FFE5C75B-7933-434D-B754-96B70C0ADEFD}" destId="{54221C2D-7873-472C-AF5A-E643B9AA7077}" srcOrd="0" destOrd="0" presId="urn:microsoft.com/office/officeart/2005/8/layout/hierarchy3"/>
    <dgm:cxn modelId="{8BB6EEE8-2CBD-4F75-A5EF-32E3A780A53A}" srcId="{34A77984-C500-4040-9B41-E35D00ED84F5}" destId="{FFE5C75B-7933-434D-B754-96B70C0ADEFD}" srcOrd="0" destOrd="0" parTransId="{CD0FE32E-4647-40A6-980E-5DF5ECECD6A1}" sibTransId="{9AB9571D-2A75-43E5-A59C-665CEAEEFFCC}"/>
    <dgm:cxn modelId="{05428995-8D12-431C-A142-45B0A69F235C}" type="presParOf" srcId="{12E3A7CC-FAB8-4F84-9474-AB1F6742EC63}" destId="{7D1A2914-2102-4842-A4F8-2FB990B87F51}" srcOrd="0" destOrd="0" presId="urn:microsoft.com/office/officeart/2005/8/layout/hierarchy3"/>
    <dgm:cxn modelId="{D2054416-11C1-434C-9A66-353CF42CE2A0}" type="presParOf" srcId="{7D1A2914-2102-4842-A4F8-2FB990B87F51}" destId="{0ABD46FE-DEDE-4F90-8969-AA24D6451BF4}" srcOrd="0" destOrd="0" presId="urn:microsoft.com/office/officeart/2005/8/layout/hierarchy3"/>
    <dgm:cxn modelId="{C8DCCF99-AC0F-4918-9701-6D124F618B23}" type="presParOf" srcId="{0ABD46FE-DEDE-4F90-8969-AA24D6451BF4}" destId="{54221C2D-7873-472C-AF5A-E643B9AA7077}" srcOrd="0" destOrd="0" presId="urn:microsoft.com/office/officeart/2005/8/layout/hierarchy3"/>
    <dgm:cxn modelId="{B4AE7111-20EE-4BA2-B194-EAC183C106AB}" type="presParOf" srcId="{0ABD46FE-DEDE-4F90-8969-AA24D6451BF4}" destId="{E163373C-DE33-44DD-9902-3DF58FD33446}" srcOrd="1" destOrd="0" presId="urn:microsoft.com/office/officeart/2005/8/layout/hierarchy3"/>
    <dgm:cxn modelId="{096A487C-0282-4F56-B894-536BC804C631}" type="presParOf" srcId="{7D1A2914-2102-4842-A4F8-2FB990B87F51}" destId="{6E6C1988-26D3-40CF-8B16-6FC8CB045F5A}" srcOrd="1" destOrd="0" presId="urn:microsoft.com/office/officeart/2005/8/layout/hierarchy3"/>
    <dgm:cxn modelId="{D4C9AAE4-89BF-4120-AE7B-0B7599040D62}" type="presParOf" srcId="{12E3A7CC-FAB8-4F84-9474-AB1F6742EC63}" destId="{7E6C5C83-99F6-4AE2-AD71-44868E789F9A}" srcOrd="1" destOrd="0" presId="urn:microsoft.com/office/officeart/2005/8/layout/hierarchy3"/>
    <dgm:cxn modelId="{3AE0D7EC-0EF9-4295-AA8A-F198ADFC384A}" type="presParOf" srcId="{7E6C5C83-99F6-4AE2-AD71-44868E789F9A}" destId="{B85022A8-AA98-408B-BF93-B6597D5ADE1E}" srcOrd="0" destOrd="0" presId="urn:microsoft.com/office/officeart/2005/8/layout/hierarchy3"/>
    <dgm:cxn modelId="{20322C2B-D2F8-41F0-9F3A-80CD39937D04}" type="presParOf" srcId="{B85022A8-AA98-408B-BF93-B6597D5ADE1E}" destId="{8696E3DB-0DC7-4FE7-8F42-BAE642BBC242}" srcOrd="0" destOrd="0" presId="urn:microsoft.com/office/officeart/2005/8/layout/hierarchy3"/>
    <dgm:cxn modelId="{24E3BCA1-1D5A-4BD8-86AA-2E29DD9AFC99}" type="presParOf" srcId="{B85022A8-AA98-408B-BF93-B6597D5ADE1E}" destId="{23E683B0-20A6-4DA7-A071-EDEA036FFD3A}" srcOrd="1" destOrd="0" presId="urn:microsoft.com/office/officeart/2005/8/layout/hierarchy3"/>
    <dgm:cxn modelId="{583DF554-6BC8-4889-990B-A679245DCA54}" type="presParOf" srcId="{7E6C5C83-99F6-4AE2-AD71-44868E789F9A}" destId="{7EFA5C94-441A-48DE-9FFF-2654BD3F109F}" srcOrd="1" destOrd="0" presId="urn:microsoft.com/office/officeart/2005/8/layout/hierarchy3"/>
    <dgm:cxn modelId="{F5694388-3B79-4B16-9217-04347180A889}" type="presParOf" srcId="{7EFA5C94-441A-48DE-9FFF-2654BD3F109F}" destId="{FDAD403F-129B-49A7-A531-3E8D4897CF0A}" srcOrd="0" destOrd="0" presId="urn:microsoft.com/office/officeart/2005/8/layout/hierarchy3"/>
    <dgm:cxn modelId="{FE874D91-18FD-4B9A-AAD0-55509ECDA203}" type="presParOf" srcId="{7EFA5C94-441A-48DE-9FFF-2654BD3F109F}" destId="{58E90713-0D09-4940-8EB0-CDDC8FCD8FE2}" srcOrd="1" destOrd="0" presId="urn:microsoft.com/office/officeart/2005/8/layout/hierarchy3"/>
    <dgm:cxn modelId="{A551357A-004C-4F6B-8635-FB0007FFF658}" type="presParOf" srcId="{7EFA5C94-441A-48DE-9FFF-2654BD3F109F}" destId="{705E7D3C-9139-4CBE-B49F-D32D30B2F678}" srcOrd="2" destOrd="0" presId="urn:microsoft.com/office/officeart/2005/8/layout/hierarchy3"/>
    <dgm:cxn modelId="{2F4802E2-8E8C-466A-B89E-5F90C634218F}" type="presParOf" srcId="{7EFA5C94-441A-48DE-9FFF-2654BD3F109F}" destId="{0E6F2C49-7767-4D66-B9CC-776BB61021DD}" srcOrd="3" destOrd="0" presId="urn:microsoft.com/office/officeart/2005/8/layout/hierarchy3"/>
    <dgm:cxn modelId="{43A01D96-F219-4F86-844B-53906EC61033}" type="presParOf" srcId="{12E3A7CC-FAB8-4F84-9474-AB1F6742EC63}" destId="{F1035130-96F0-41F5-9347-066777AF7374}" srcOrd="2" destOrd="0" presId="urn:microsoft.com/office/officeart/2005/8/layout/hierarchy3"/>
    <dgm:cxn modelId="{4CDA7BFA-DFF5-4936-94DE-7A9669B19F82}" type="presParOf" srcId="{F1035130-96F0-41F5-9347-066777AF7374}" destId="{DAB2FAFF-6816-42D9-B0A9-EDFA2BA63F51}" srcOrd="0" destOrd="0" presId="urn:microsoft.com/office/officeart/2005/8/layout/hierarchy3"/>
    <dgm:cxn modelId="{78436988-92F4-4913-A2AD-14B3A9EE0361}" type="presParOf" srcId="{DAB2FAFF-6816-42D9-B0A9-EDFA2BA63F51}" destId="{405F7992-6DB9-4544-A82B-C31460FF33A8}" srcOrd="0" destOrd="0" presId="urn:microsoft.com/office/officeart/2005/8/layout/hierarchy3"/>
    <dgm:cxn modelId="{3188F166-2A95-443A-B34D-23C7DFCE57B4}" type="presParOf" srcId="{DAB2FAFF-6816-42D9-B0A9-EDFA2BA63F51}" destId="{63A2CF0E-9540-4240-B4C4-E8A32674C00C}" srcOrd="1" destOrd="0" presId="urn:microsoft.com/office/officeart/2005/8/layout/hierarchy3"/>
    <dgm:cxn modelId="{FB84ED73-7FF5-40CF-BC38-357FCD3D42A2}" type="presParOf" srcId="{F1035130-96F0-41F5-9347-066777AF7374}" destId="{771FD8E9-80AE-45E8-BE15-DEB604B181E2}" srcOrd="1" destOrd="0" presId="urn:microsoft.com/office/officeart/2005/8/layout/hierarchy3"/>
    <dgm:cxn modelId="{A4B7E9E0-D6CE-4CC7-B73F-46C8D0A10EF3}" type="presParOf" srcId="{12E3A7CC-FAB8-4F84-9474-AB1F6742EC63}" destId="{618669AE-302B-4109-B222-43AF4DBB653A}" srcOrd="3" destOrd="0" presId="urn:microsoft.com/office/officeart/2005/8/layout/hierarchy3"/>
    <dgm:cxn modelId="{10E54A2D-7A68-4C10-90DF-35462B36B2B0}" type="presParOf" srcId="{618669AE-302B-4109-B222-43AF4DBB653A}" destId="{0C28C721-B391-4542-B414-3254AD27A8E1}" srcOrd="0" destOrd="0" presId="urn:microsoft.com/office/officeart/2005/8/layout/hierarchy3"/>
    <dgm:cxn modelId="{B8A838A0-541D-4FDC-8C1C-64F2214A0DCB}" type="presParOf" srcId="{0C28C721-B391-4542-B414-3254AD27A8E1}" destId="{711A7C1A-1D74-4871-9272-63688CEA9840}" srcOrd="0" destOrd="0" presId="urn:microsoft.com/office/officeart/2005/8/layout/hierarchy3"/>
    <dgm:cxn modelId="{D66B3C29-FA25-4D19-90F3-4631DF13348D}" type="presParOf" srcId="{0C28C721-B391-4542-B414-3254AD27A8E1}" destId="{A4C2F696-5B9E-48E1-8DD5-CE18D4799066}" srcOrd="1" destOrd="0" presId="urn:microsoft.com/office/officeart/2005/8/layout/hierarchy3"/>
    <dgm:cxn modelId="{5576E306-6861-4DA2-A80F-E425065C5D4E}" type="presParOf" srcId="{618669AE-302B-4109-B222-43AF4DBB653A}" destId="{0F381101-694C-48FF-A599-7F30B854A510}" srcOrd="1" destOrd="0" presId="urn:microsoft.com/office/officeart/2005/8/layout/hierarchy3"/>
    <dgm:cxn modelId="{77C93166-F7A6-4C3D-975C-0555FC748741}" type="presParOf" srcId="{12E3A7CC-FAB8-4F84-9474-AB1F6742EC63}" destId="{6CBD544D-9936-44AC-81B0-4088E83D2C6A}" srcOrd="4" destOrd="0" presId="urn:microsoft.com/office/officeart/2005/8/layout/hierarchy3"/>
    <dgm:cxn modelId="{F04E184A-C1C1-4D62-B751-1413528B6E82}" type="presParOf" srcId="{6CBD544D-9936-44AC-81B0-4088E83D2C6A}" destId="{D9027B41-60CA-41DD-8B74-448884A8A27F}" srcOrd="0" destOrd="0" presId="urn:microsoft.com/office/officeart/2005/8/layout/hierarchy3"/>
    <dgm:cxn modelId="{DDBF1443-AF8C-4512-99AD-534DD957F37A}" type="presParOf" srcId="{D9027B41-60CA-41DD-8B74-448884A8A27F}" destId="{6A67F809-1B9C-4D53-BB5E-9058653DB9C3}" srcOrd="0" destOrd="0" presId="urn:microsoft.com/office/officeart/2005/8/layout/hierarchy3"/>
    <dgm:cxn modelId="{6F2C3824-DE69-47BE-8905-5CCC442CDF5A}" type="presParOf" srcId="{D9027B41-60CA-41DD-8B74-448884A8A27F}" destId="{3808313F-6C74-410E-B83D-27859DEBADF4}" srcOrd="1" destOrd="0" presId="urn:microsoft.com/office/officeart/2005/8/layout/hierarchy3"/>
    <dgm:cxn modelId="{1A2EE6B6-8005-4A17-BCCE-52B40D2A358A}" type="presParOf" srcId="{6CBD544D-9936-44AC-81B0-4088E83D2C6A}" destId="{79C9D8E2-EDAF-4275-A865-922CA18E856F}" srcOrd="1" destOrd="0" presId="urn:microsoft.com/office/officeart/2005/8/layout/hierarchy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4A77984-C500-4040-9B41-E35D00ED84F5}" type="doc">
      <dgm:prSet loTypeId="urn:microsoft.com/office/officeart/2005/8/layout/hierarchy3" loCatId="list" qsTypeId="urn:microsoft.com/office/officeart/2005/8/quickstyle/simple4" qsCatId="simple" csTypeId="urn:microsoft.com/office/officeart/2005/8/colors/colorful1#4" csCatId="colorful" phldr="1"/>
      <dgm:spPr>
        <a:scene3d>
          <a:camera prst="orthographicFront">
            <a:rot lat="0" lon="0" rev="0"/>
          </a:camera>
          <a:lightRig rig="balanced" dir="t">
            <a:rot lat="0" lon="0" rev="8700000"/>
          </a:lightRig>
        </a:scene3d>
      </dgm:spPr>
      <dgm:t>
        <a:bodyPr/>
        <a:lstStyle/>
        <a:p>
          <a:endParaRPr lang="en-US"/>
        </a:p>
      </dgm:t>
    </dgm:pt>
    <dgm:pt modelId="{FFE5C75B-7933-434D-B754-96B70C0ADEFD}">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DEFINE</a:t>
          </a:r>
        </a:p>
      </dgm:t>
    </dgm:pt>
    <dgm:pt modelId="{CD0FE32E-4647-40A6-980E-5DF5ECECD6A1}" type="parTrans" cxnId="{8BB6EEE8-2CBD-4F75-A5EF-32E3A780A53A}">
      <dgm:prSet/>
      <dgm:spPr/>
      <dgm:t>
        <a:bodyPr/>
        <a:lstStyle/>
        <a:p>
          <a:endParaRPr lang="en-US"/>
        </a:p>
      </dgm:t>
    </dgm:pt>
    <dgm:pt modelId="{9AB9571D-2A75-43E5-A59C-665CEAEEFFCC}" type="sibTrans" cxnId="{8BB6EEE8-2CBD-4F75-A5EF-32E3A780A53A}">
      <dgm:prSet/>
      <dgm:spPr/>
      <dgm:t>
        <a:bodyPr/>
        <a:lstStyle/>
        <a:p>
          <a:endParaRPr lang="en-US"/>
        </a:p>
      </dgm:t>
    </dgm:pt>
    <dgm:pt modelId="{835F176D-FCD1-40A5-A125-A8058548611E}">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MEASURE</a:t>
          </a:r>
        </a:p>
      </dgm:t>
    </dgm:pt>
    <dgm:pt modelId="{5F817BAD-6692-40DC-ACB1-867BD06396DD}" type="parTrans" cxnId="{E961E1FC-B8F1-4BC1-948A-F7100EE861F4}">
      <dgm:prSet/>
      <dgm:spPr/>
      <dgm:t>
        <a:bodyPr/>
        <a:lstStyle/>
        <a:p>
          <a:endParaRPr lang="en-US"/>
        </a:p>
      </dgm:t>
    </dgm:pt>
    <dgm:pt modelId="{CDA5D6C1-1C3E-4CA2-A93F-654D4CFEF5EF}" type="sibTrans" cxnId="{E961E1FC-B8F1-4BC1-948A-F7100EE861F4}">
      <dgm:prSet/>
      <dgm:spPr/>
      <dgm:t>
        <a:bodyPr/>
        <a:lstStyle/>
        <a:p>
          <a:endParaRPr lang="en-US"/>
        </a:p>
      </dgm:t>
    </dgm:pt>
    <dgm:pt modelId="{F92A5A6B-C172-4326-870F-39E835D968D5}">
      <dgm:prSet>
        <dgm:style>
          <a:lnRef idx="1">
            <a:schemeClr val="accent6"/>
          </a:lnRef>
          <a:fillRef idx="3">
            <a:schemeClr val="accent6"/>
          </a:fillRef>
          <a:effectRef idx="2">
            <a:schemeClr val="accent6"/>
          </a:effectRef>
          <a:fontRef idx="minor">
            <a:schemeClr val="lt1"/>
          </a:fontRef>
        </dgm:style>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ANALYSE</a:t>
          </a:r>
        </a:p>
      </dgm:t>
    </dgm:pt>
    <dgm:pt modelId="{9D868A5A-679E-48FB-ABD9-5426910FA674}" type="parTrans" cxnId="{4BCACB1A-95AC-4892-8856-ECC7D3F9ADDA}">
      <dgm:prSet/>
      <dgm:spPr/>
      <dgm:t>
        <a:bodyPr/>
        <a:lstStyle/>
        <a:p>
          <a:endParaRPr lang="en-US"/>
        </a:p>
      </dgm:t>
    </dgm:pt>
    <dgm:pt modelId="{A984F750-B6AD-4DBA-BC03-1D6DC362FCBB}" type="sibTrans" cxnId="{4BCACB1A-95AC-4892-8856-ECC7D3F9ADDA}">
      <dgm:prSet/>
      <dgm:spPr/>
      <dgm:t>
        <a:bodyPr/>
        <a:lstStyle/>
        <a:p>
          <a:endParaRPr lang="en-US"/>
        </a:p>
      </dgm:t>
    </dgm:pt>
    <dgm:pt modelId="{163BE503-8C68-4FD2-B7C6-F791E71B4C5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IMPROVE</a:t>
          </a:r>
        </a:p>
      </dgm:t>
    </dgm:pt>
    <dgm:pt modelId="{F6A4A90B-1135-47C4-831D-0DFEE4FA7781}" type="parTrans" cxnId="{70C305D4-0E93-4A98-AD06-EAB72D0A959E}">
      <dgm:prSet/>
      <dgm:spPr/>
      <dgm:t>
        <a:bodyPr/>
        <a:lstStyle/>
        <a:p>
          <a:endParaRPr lang="en-US"/>
        </a:p>
      </dgm:t>
    </dgm:pt>
    <dgm:pt modelId="{75BE54C2-7DB6-48A2-A82E-33A7CF340BA3}" type="sibTrans" cxnId="{70C305D4-0E93-4A98-AD06-EAB72D0A959E}">
      <dgm:prSet/>
      <dgm:spPr/>
      <dgm:t>
        <a:bodyPr/>
        <a:lstStyle/>
        <a:p>
          <a:endParaRPr lang="en-US"/>
        </a:p>
      </dgm:t>
    </dgm:pt>
    <dgm:pt modelId="{EA74A106-5B0F-4EB9-AD0A-C22443D23D7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CONTROL</a:t>
          </a:r>
        </a:p>
      </dgm:t>
    </dgm:pt>
    <dgm:pt modelId="{F51DE13F-9FE6-498A-9A46-8C538AC355D7}" type="parTrans" cxnId="{48DDFFF5-E889-458A-8A87-72EA92B35ABF}">
      <dgm:prSet/>
      <dgm:spPr/>
      <dgm:t>
        <a:bodyPr/>
        <a:lstStyle/>
        <a:p>
          <a:endParaRPr lang="en-US"/>
        </a:p>
      </dgm:t>
    </dgm:pt>
    <dgm:pt modelId="{AB38FE45-D65E-46E9-9EAD-AD9AC9880C2C}" type="sibTrans" cxnId="{48DDFFF5-E889-458A-8A87-72EA92B35ABF}">
      <dgm:prSet/>
      <dgm:spPr/>
      <dgm:t>
        <a:bodyPr/>
        <a:lstStyle/>
        <a:p>
          <a:endParaRPr lang="en-US"/>
        </a:p>
      </dgm:t>
    </dgm:pt>
    <dgm:pt modelId="{C57A3EC6-5D87-4BA5-8894-E7B9F6629404}">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dirty="0">
              <a:latin typeface="Times New Roman" panose="02020603050405020304" pitchFamily="18" charset="0"/>
              <a:cs typeface="Times New Roman" panose="02020603050405020304" pitchFamily="18" charset="0"/>
            </a:rPr>
            <a:t>FMEA</a:t>
          </a:r>
        </a:p>
      </dgm:t>
    </dgm:pt>
    <dgm:pt modelId="{8DAD4E3B-41EF-44FE-B13F-6831E209B80E}" type="parTrans" cxnId="{3DC75FA8-C584-4151-87A0-09C7FBD3A844}">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0FEF2D0C-D6DB-4B1D-BD34-EB2530C97F92}" type="sibTrans" cxnId="{3DC75FA8-C584-4151-87A0-09C7FBD3A844}">
      <dgm:prSet/>
      <dgm:spPr/>
      <dgm:t>
        <a:bodyPr/>
        <a:lstStyle/>
        <a:p>
          <a:endParaRPr lang="en-US"/>
        </a:p>
      </dgm:t>
    </dgm:pt>
    <dgm:pt modelId="{9B5E5A60-4376-4996-A866-17B7400F2729}">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pPr algn="ctr"/>
          <a:r>
            <a:rPr lang="en-US" sz="1200" b="1" dirty="0">
              <a:latin typeface="Times New Roman" panose="02020603050405020304" pitchFamily="18" charset="0"/>
              <a:cs typeface="Times New Roman" panose="02020603050405020304" pitchFamily="18" charset="0"/>
            </a:rPr>
            <a:t>Cause and Effect Diagram</a:t>
          </a:r>
        </a:p>
      </dgm:t>
    </dgm:pt>
    <dgm:pt modelId="{3319A76E-7516-4691-806A-948751ED0DD7}" type="parTrans" cxnId="{D98050D8-0893-402D-9099-A5DE6A40D6FC}">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1D43D3A3-5BC5-4AB2-A279-AAA3D21F43FF}" type="sibTrans" cxnId="{D98050D8-0893-402D-9099-A5DE6A40D6FC}">
      <dgm:prSet/>
      <dgm:spPr/>
      <dgm:t>
        <a:bodyPr/>
        <a:lstStyle/>
        <a:p>
          <a:endParaRPr lang="en-US"/>
        </a:p>
      </dgm:t>
    </dgm:pt>
    <dgm:pt modelId="{10F55B15-4391-43CE-9A30-6BE0F14D333B}">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dirty="0">
              <a:latin typeface="Times New Roman" panose="02020603050405020304" pitchFamily="18" charset="0"/>
              <a:cs typeface="Times New Roman" panose="02020603050405020304" pitchFamily="18" charset="0"/>
            </a:rPr>
            <a:t>Pareto chart</a:t>
          </a:r>
        </a:p>
      </dgm:t>
    </dgm:pt>
    <dgm:pt modelId="{02D93827-0DA4-4D0B-B8A7-EDCF19DF2EC1}" type="parTrans" cxnId="{E4BA912C-D650-41B2-8F32-CFFDD5E832A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1E2CB175-260A-4BB7-934F-BF181A7D58FC}" type="sibTrans" cxnId="{E4BA912C-D650-41B2-8F32-CFFDD5E832AF}">
      <dgm:prSet/>
      <dgm:spPr/>
      <dgm:t>
        <a:bodyPr/>
        <a:lstStyle/>
        <a:p>
          <a:endParaRPr lang="en-US"/>
        </a:p>
      </dgm:t>
    </dgm:pt>
    <dgm:pt modelId="{76F98652-174C-44DD-8A0C-6A2498B4E17A}">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dirty="0">
              <a:latin typeface="Times New Roman" panose="02020603050405020304" pitchFamily="18" charset="0"/>
              <a:cs typeface="Times New Roman" panose="02020603050405020304" pitchFamily="18" charset="0"/>
            </a:rPr>
            <a:t>5S Methodology</a:t>
          </a:r>
        </a:p>
      </dgm:t>
    </dgm:pt>
    <dgm:pt modelId="{88364E89-012E-433F-9473-6B325A30925A}" type="parTrans" cxnId="{5AB9EBD2-5BE1-4DCF-95E6-BBE4A1882FD5}">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525D28CD-A6E8-4EA9-B026-B99D6793C8A0}" type="sibTrans" cxnId="{5AB9EBD2-5BE1-4DCF-95E6-BBE4A1882FD5}">
      <dgm:prSet/>
      <dgm:spPr/>
      <dgm:t>
        <a:bodyPr/>
        <a:lstStyle/>
        <a:p>
          <a:endParaRPr lang="en-US"/>
        </a:p>
      </dgm:t>
    </dgm:pt>
    <dgm:pt modelId="{12E3A7CC-FAB8-4F84-9474-AB1F6742EC63}" type="pres">
      <dgm:prSet presAssocID="{34A77984-C500-4040-9B41-E35D00ED84F5}" presName="diagram" presStyleCnt="0">
        <dgm:presLayoutVars>
          <dgm:chPref val="1"/>
          <dgm:dir/>
          <dgm:animOne val="branch"/>
          <dgm:animLvl val="lvl"/>
          <dgm:resizeHandles/>
        </dgm:presLayoutVars>
      </dgm:prSet>
      <dgm:spPr/>
      <dgm:t>
        <a:bodyPr/>
        <a:lstStyle/>
        <a:p>
          <a:endParaRPr lang="en-US"/>
        </a:p>
      </dgm:t>
    </dgm:pt>
    <dgm:pt modelId="{7D1A2914-2102-4842-A4F8-2FB990B87F51}" type="pres">
      <dgm:prSet presAssocID="{FFE5C75B-7933-434D-B754-96B70C0ADEFD}"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ABD46FE-DEDE-4F90-8969-AA24D6451BF4}" type="pres">
      <dgm:prSet presAssocID="{FFE5C75B-7933-434D-B754-96B70C0ADEFD}"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4221C2D-7873-472C-AF5A-E643B9AA7077}" type="pres">
      <dgm:prSet presAssocID="{FFE5C75B-7933-434D-B754-96B70C0ADEFD}" presName="rootText" presStyleLbl="node1" presStyleIdx="0" presStyleCnt="5"/>
      <dgm:spPr/>
      <dgm:t>
        <a:bodyPr/>
        <a:lstStyle/>
        <a:p>
          <a:endParaRPr lang="en-US"/>
        </a:p>
      </dgm:t>
    </dgm:pt>
    <dgm:pt modelId="{E163373C-DE33-44DD-9902-3DF58FD33446}" type="pres">
      <dgm:prSet presAssocID="{FFE5C75B-7933-434D-B754-96B70C0ADEFD}" presName="rootConnector" presStyleLbl="node1" presStyleIdx="0" presStyleCnt="5"/>
      <dgm:spPr/>
      <dgm:t>
        <a:bodyPr/>
        <a:lstStyle/>
        <a:p>
          <a:endParaRPr lang="en-US"/>
        </a:p>
      </dgm:t>
    </dgm:pt>
    <dgm:pt modelId="{6E6C1988-26D3-40CF-8B16-6FC8CB045F5A}" type="pres">
      <dgm:prSet presAssocID="{FFE5C75B-7933-434D-B754-96B70C0ADEFD}"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E6C5C83-99F6-4AE2-AD71-44868E789F9A}" type="pres">
      <dgm:prSet presAssocID="{835F176D-FCD1-40A5-A125-A8058548611E}"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85022A8-AA98-408B-BF93-B6597D5ADE1E}" type="pres">
      <dgm:prSet presAssocID="{835F176D-FCD1-40A5-A125-A8058548611E}"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696E3DB-0DC7-4FE7-8F42-BAE642BBC242}" type="pres">
      <dgm:prSet presAssocID="{835F176D-FCD1-40A5-A125-A8058548611E}" presName="rootText" presStyleLbl="node1" presStyleIdx="1" presStyleCnt="5"/>
      <dgm:spPr/>
      <dgm:t>
        <a:bodyPr/>
        <a:lstStyle/>
        <a:p>
          <a:endParaRPr lang="en-US"/>
        </a:p>
      </dgm:t>
    </dgm:pt>
    <dgm:pt modelId="{23E683B0-20A6-4DA7-A071-EDEA036FFD3A}" type="pres">
      <dgm:prSet presAssocID="{835F176D-FCD1-40A5-A125-A8058548611E}" presName="rootConnector" presStyleLbl="node1" presStyleIdx="1" presStyleCnt="5"/>
      <dgm:spPr/>
      <dgm:t>
        <a:bodyPr/>
        <a:lstStyle/>
        <a:p>
          <a:endParaRPr lang="en-US"/>
        </a:p>
      </dgm:t>
    </dgm:pt>
    <dgm:pt modelId="{7EFA5C94-441A-48DE-9FFF-2654BD3F109F}" type="pres">
      <dgm:prSet presAssocID="{835F176D-FCD1-40A5-A125-A8058548611E}"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F1035130-96F0-41F5-9347-066777AF7374}" type="pres">
      <dgm:prSet presAssocID="{F92A5A6B-C172-4326-870F-39E835D968D5}"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AB2FAFF-6816-42D9-B0A9-EDFA2BA63F51}" type="pres">
      <dgm:prSet presAssocID="{F92A5A6B-C172-4326-870F-39E835D968D5}"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5F7992-6DB9-4544-A82B-C31460FF33A8}" type="pres">
      <dgm:prSet presAssocID="{F92A5A6B-C172-4326-870F-39E835D968D5}" presName="rootText" presStyleLbl="node1" presStyleIdx="2" presStyleCnt="5"/>
      <dgm:spPr/>
      <dgm:t>
        <a:bodyPr/>
        <a:lstStyle/>
        <a:p>
          <a:endParaRPr lang="en-US"/>
        </a:p>
      </dgm:t>
    </dgm:pt>
    <dgm:pt modelId="{63A2CF0E-9540-4240-B4C4-E8A32674C00C}" type="pres">
      <dgm:prSet presAssocID="{F92A5A6B-C172-4326-870F-39E835D968D5}" presName="rootConnector" presStyleLbl="node1" presStyleIdx="2" presStyleCnt="5"/>
      <dgm:spPr/>
      <dgm:t>
        <a:bodyPr/>
        <a:lstStyle/>
        <a:p>
          <a:endParaRPr lang="en-US"/>
        </a:p>
      </dgm:t>
    </dgm:pt>
    <dgm:pt modelId="{771FD8E9-80AE-45E8-BE15-DEB604B181E2}" type="pres">
      <dgm:prSet presAssocID="{F92A5A6B-C172-4326-870F-39E835D968D5}"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2D45093F-DC23-4179-942F-50859519791F}" type="pres">
      <dgm:prSet presAssocID="{8DAD4E3B-41EF-44FE-B13F-6831E209B80E}" presName="Name13" presStyleLbl="parChTrans1D2" presStyleIdx="0" presStyleCnt="4"/>
      <dgm:spPr/>
      <dgm:t>
        <a:bodyPr/>
        <a:lstStyle/>
        <a:p>
          <a:endParaRPr lang="en-US"/>
        </a:p>
      </dgm:t>
    </dgm:pt>
    <dgm:pt modelId="{D20B9003-F740-4A68-9479-333B1D98F6C5}" type="pres">
      <dgm:prSet presAssocID="{C57A3EC6-5D87-4BA5-8894-E7B9F6629404}" presName="childText" presStyleLbl="bgAcc1" presStyleIdx="0" presStyleCnt="4" custScaleX="128492" custLinFactY="27756" custLinFactNeighborX="-2495" custLinFactNeighborY="100000">
        <dgm:presLayoutVars>
          <dgm:bulletEnabled val="1"/>
        </dgm:presLayoutVars>
      </dgm:prSet>
      <dgm:spPr/>
      <dgm:t>
        <a:bodyPr/>
        <a:lstStyle/>
        <a:p>
          <a:endParaRPr lang="en-US"/>
        </a:p>
      </dgm:t>
    </dgm:pt>
    <dgm:pt modelId="{C898C223-A3EF-4909-A30B-8D9082255DC1}" type="pres">
      <dgm:prSet presAssocID="{3319A76E-7516-4691-806A-948751ED0DD7}" presName="Name13" presStyleLbl="parChTrans1D2" presStyleIdx="1" presStyleCnt="4"/>
      <dgm:spPr/>
      <dgm:t>
        <a:bodyPr/>
        <a:lstStyle/>
        <a:p>
          <a:endParaRPr lang="en-US"/>
        </a:p>
      </dgm:t>
    </dgm:pt>
    <dgm:pt modelId="{DC2AF57D-7C7E-419D-B32B-0ED7C1BF8298}" type="pres">
      <dgm:prSet presAssocID="{9B5E5A60-4376-4996-A866-17B7400F2729}" presName="childText" presStyleLbl="bgAcc1" presStyleIdx="1" presStyleCnt="4" custScaleX="130036" custLinFactY="-19771" custLinFactNeighborX="-2495" custLinFactNeighborY="-100000">
        <dgm:presLayoutVars>
          <dgm:bulletEnabled val="1"/>
        </dgm:presLayoutVars>
      </dgm:prSet>
      <dgm:spPr/>
      <dgm:t>
        <a:bodyPr/>
        <a:lstStyle/>
        <a:p>
          <a:endParaRPr lang="en-US"/>
        </a:p>
      </dgm:t>
    </dgm:pt>
    <dgm:pt modelId="{FF83CA68-4CD4-485B-9F0C-89CF2F87A6E3}" type="pres">
      <dgm:prSet presAssocID="{02D93827-0DA4-4D0B-B8A7-EDCF19DF2EC1}" presName="Name13" presStyleLbl="parChTrans1D2" presStyleIdx="2" presStyleCnt="4"/>
      <dgm:spPr/>
      <dgm:t>
        <a:bodyPr/>
        <a:lstStyle/>
        <a:p>
          <a:endParaRPr lang="en-US"/>
        </a:p>
      </dgm:t>
    </dgm:pt>
    <dgm:pt modelId="{256FF4DA-459C-4676-AF12-F035231C8142}" type="pres">
      <dgm:prSet presAssocID="{10F55B15-4391-43CE-9A30-6BE0F14D333B}" presName="childText" presStyleLbl="bgAcc1" presStyleIdx="2" presStyleCnt="4" custScaleX="126972">
        <dgm:presLayoutVars>
          <dgm:bulletEnabled val="1"/>
        </dgm:presLayoutVars>
      </dgm:prSet>
      <dgm:spPr/>
      <dgm:t>
        <a:bodyPr/>
        <a:lstStyle/>
        <a:p>
          <a:endParaRPr lang="en-US"/>
        </a:p>
      </dgm:t>
    </dgm:pt>
    <dgm:pt modelId="{76EBBE91-F4C7-4584-80E2-085E9BAAB723}" type="pres">
      <dgm:prSet presAssocID="{88364E89-012E-433F-9473-6B325A30925A}" presName="Name13" presStyleLbl="parChTrans1D2" presStyleIdx="3" presStyleCnt="4"/>
      <dgm:spPr/>
      <dgm:t>
        <a:bodyPr/>
        <a:lstStyle/>
        <a:p>
          <a:endParaRPr lang="en-US"/>
        </a:p>
      </dgm:t>
    </dgm:pt>
    <dgm:pt modelId="{304CF05C-AB34-4495-8A78-38E363A8A1D3}" type="pres">
      <dgm:prSet presAssocID="{76F98652-174C-44DD-8A0C-6A2498B4E17A}" presName="childText" presStyleLbl="bgAcc1" presStyleIdx="3" presStyleCnt="4" custScaleX="128991">
        <dgm:presLayoutVars>
          <dgm:bulletEnabled val="1"/>
        </dgm:presLayoutVars>
      </dgm:prSet>
      <dgm:spPr/>
      <dgm:t>
        <a:bodyPr/>
        <a:lstStyle/>
        <a:p>
          <a:endParaRPr lang="en-US"/>
        </a:p>
      </dgm:t>
    </dgm:pt>
    <dgm:pt modelId="{618669AE-302B-4109-B222-43AF4DBB653A}" type="pres">
      <dgm:prSet presAssocID="{163BE503-8C68-4FD2-B7C6-F791E71B4C57}"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C28C721-B391-4542-B414-3254AD27A8E1}" type="pres">
      <dgm:prSet presAssocID="{163BE503-8C68-4FD2-B7C6-F791E71B4C57}"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11A7C1A-1D74-4871-9272-63688CEA9840}" type="pres">
      <dgm:prSet presAssocID="{163BE503-8C68-4FD2-B7C6-F791E71B4C57}" presName="rootText" presStyleLbl="node1" presStyleIdx="3" presStyleCnt="5"/>
      <dgm:spPr/>
      <dgm:t>
        <a:bodyPr/>
        <a:lstStyle/>
        <a:p>
          <a:endParaRPr lang="en-US"/>
        </a:p>
      </dgm:t>
    </dgm:pt>
    <dgm:pt modelId="{A4C2F696-5B9E-48E1-8DD5-CE18D4799066}" type="pres">
      <dgm:prSet presAssocID="{163BE503-8C68-4FD2-B7C6-F791E71B4C57}" presName="rootConnector" presStyleLbl="node1" presStyleIdx="3" presStyleCnt="5"/>
      <dgm:spPr/>
      <dgm:t>
        <a:bodyPr/>
        <a:lstStyle/>
        <a:p>
          <a:endParaRPr lang="en-US"/>
        </a:p>
      </dgm:t>
    </dgm:pt>
    <dgm:pt modelId="{0F381101-694C-48FF-A599-7F30B854A510}" type="pres">
      <dgm:prSet presAssocID="{163BE503-8C68-4FD2-B7C6-F791E71B4C57}"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CBD544D-9936-44AC-81B0-4088E83D2C6A}" type="pres">
      <dgm:prSet presAssocID="{EA74A106-5B0F-4EB9-AD0A-C22443D23D7F}"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9027B41-60CA-41DD-8B74-448884A8A27F}" type="pres">
      <dgm:prSet presAssocID="{EA74A106-5B0F-4EB9-AD0A-C22443D23D7F}"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A67F809-1B9C-4D53-BB5E-9058653DB9C3}" type="pres">
      <dgm:prSet presAssocID="{EA74A106-5B0F-4EB9-AD0A-C22443D23D7F}" presName="rootText" presStyleLbl="node1" presStyleIdx="4" presStyleCnt="5"/>
      <dgm:spPr/>
      <dgm:t>
        <a:bodyPr/>
        <a:lstStyle/>
        <a:p>
          <a:endParaRPr lang="en-US"/>
        </a:p>
      </dgm:t>
    </dgm:pt>
    <dgm:pt modelId="{3808313F-6C74-410E-B83D-27859DEBADF4}" type="pres">
      <dgm:prSet presAssocID="{EA74A106-5B0F-4EB9-AD0A-C22443D23D7F}" presName="rootConnector" presStyleLbl="node1" presStyleIdx="4" presStyleCnt="5"/>
      <dgm:spPr/>
      <dgm:t>
        <a:bodyPr/>
        <a:lstStyle/>
        <a:p>
          <a:endParaRPr lang="en-US"/>
        </a:p>
      </dgm:t>
    </dgm:pt>
    <dgm:pt modelId="{79C9D8E2-EDAF-4275-A865-922CA18E856F}" type="pres">
      <dgm:prSet presAssocID="{EA74A106-5B0F-4EB9-AD0A-C22443D23D7F}"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13F4BF6E-B804-45E4-B4AB-72D63834DDA8}" type="presOf" srcId="{EA74A106-5B0F-4EB9-AD0A-C22443D23D7F}" destId="{6A67F809-1B9C-4D53-BB5E-9058653DB9C3}" srcOrd="0" destOrd="0" presId="urn:microsoft.com/office/officeart/2005/8/layout/hierarchy3"/>
    <dgm:cxn modelId="{B671139C-29BC-46C3-A0FA-3FAF224B979B}" type="presOf" srcId="{34A77984-C500-4040-9B41-E35D00ED84F5}" destId="{12E3A7CC-FAB8-4F84-9474-AB1F6742EC63}" srcOrd="0" destOrd="0" presId="urn:microsoft.com/office/officeart/2005/8/layout/hierarchy3"/>
    <dgm:cxn modelId="{E4BA912C-D650-41B2-8F32-CFFDD5E832AF}" srcId="{F92A5A6B-C172-4326-870F-39E835D968D5}" destId="{10F55B15-4391-43CE-9A30-6BE0F14D333B}" srcOrd="2" destOrd="0" parTransId="{02D93827-0DA4-4D0B-B8A7-EDCF19DF2EC1}" sibTransId="{1E2CB175-260A-4BB7-934F-BF181A7D58FC}"/>
    <dgm:cxn modelId="{6C035A10-A2D4-45FB-A50C-3CDE3C628516}" type="presOf" srcId="{9B5E5A60-4376-4996-A866-17B7400F2729}" destId="{DC2AF57D-7C7E-419D-B32B-0ED7C1BF8298}" srcOrd="0" destOrd="0" presId="urn:microsoft.com/office/officeart/2005/8/layout/hierarchy3"/>
    <dgm:cxn modelId="{4BCACB1A-95AC-4892-8856-ECC7D3F9ADDA}" srcId="{34A77984-C500-4040-9B41-E35D00ED84F5}" destId="{F92A5A6B-C172-4326-870F-39E835D968D5}" srcOrd="2" destOrd="0" parTransId="{9D868A5A-679E-48FB-ABD9-5426910FA674}" sibTransId="{A984F750-B6AD-4DBA-BC03-1D6DC362FCBB}"/>
    <dgm:cxn modelId="{87A33369-D12A-45DB-888A-AE8AECA86A37}" type="presOf" srcId="{C57A3EC6-5D87-4BA5-8894-E7B9F6629404}" destId="{D20B9003-F740-4A68-9479-333B1D98F6C5}" srcOrd="0" destOrd="0" presId="urn:microsoft.com/office/officeart/2005/8/layout/hierarchy3"/>
    <dgm:cxn modelId="{D98050D8-0893-402D-9099-A5DE6A40D6FC}" srcId="{F92A5A6B-C172-4326-870F-39E835D968D5}" destId="{9B5E5A60-4376-4996-A866-17B7400F2729}" srcOrd="1" destOrd="0" parTransId="{3319A76E-7516-4691-806A-948751ED0DD7}" sibTransId="{1D43D3A3-5BC5-4AB2-A279-AAA3D21F43FF}"/>
    <dgm:cxn modelId="{EC149B0A-E662-40C5-B4E9-0D2ED3EFE5DC}" type="presOf" srcId="{163BE503-8C68-4FD2-B7C6-F791E71B4C57}" destId="{711A7C1A-1D74-4871-9272-63688CEA9840}" srcOrd="0" destOrd="0" presId="urn:microsoft.com/office/officeart/2005/8/layout/hierarchy3"/>
    <dgm:cxn modelId="{3DC75FA8-C584-4151-87A0-09C7FBD3A844}" srcId="{F92A5A6B-C172-4326-870F-39E835D968D5}" destId="{C57A3EC6-5D87-4BA5-8894-E7B9F6629404}" srcOrd="0" destOrd="0" parTransId="{8DAD4E3B-41EF-44FE-B13F-6831E209B80E}" sibTransId="{0FEF2D0C-D6DB-4B1D-BD34-EB2530C97F92}"/>
    <dgm:cxn modelId="{E961E1FC-B8F1-4BC1-948A-F7100EE861F4}" srcId="{34A77984-C500-4040-9B41-E35D00ED84F5}" destId="{835F176D-FCD1-40A5-A125-A8058548611E}" srcOrd="1" destOrd="0" parTransId="{5F817BAD-6692-40DC-ACB1-867BD06396DD}" sibTransId="{CDA5D6C1-1C3E-4CA2-A93F-654D4CFEF5EF}"/>
    <dgm:cxn modelId="{A05B2B3B-0CDB-46A4-A4ED-4026BB5C0796}" type="presOf" srcId="{FFE5C75B-7933-434D-B754-96B70C0ADEFD}" destId="{E163373C-DE33-44DD-9902-3DF58FD33446}" srcOrd="1" destOrd="0" presId="urn:microsoft.com/office/officeart/2005/8/layout/hierarchy3"/>
    <dgm:cxn modelId="{D773E1EB-7EB6-4CE3-8E70-8448692B3F99}" type="presOf" srcId="{F92A5A6B-C172-4326-870F-39E835D968D5}" destId="{63A2CF0E-9540-4240-B4C4-E8A32674C00C}" srcOrd="1" destOrd="0" presId="urn:microsoft.com/office/officeart/2005/8/layout/hierarchy3"/>
    <dgm:cxn modelId="{24BCF37F-97D9-417F-AAF3-C8AE1CC93B1F}" type="presOf" srcId="{88364E89-012E-433F-9473-6B325A30925A}" destId="{76EBBE91-F4C7-4584-80E2-085E9BAAB723}" srcOrd="0" destOrd="0" presId="urn:microsoft.com/office/officeart/2005/8/layout/hierarchy3"/>
    <dgm:cxn modelId="{C663C4C8-1E39-4EB3-87D5-1EAF54AC42A8}" type="presOf" srcId="{8DAD4E3B-41EF-44FE-B13F-6831E209B80E}" destId="{2D45093F-DC23-4179-942F-50859519791F}" srcOrd="0" destOrd="0" presId="urn:microsoft.com/office/officeart/2005/8/layout/hierarchy3"/>
    <dgm:cxn modelId="{0AD5487B-5377-40E7-95DD-6F17DCA81486}" type="presOf" srcId="{835F176D-FCD1-40A5-A125-A8058548611E}" destId="{23E683B0-20A6-4DA7-A071-EDEA036FFD3A}" srcOrd="1" destOrd="0" presId="urn:microsoft.com/office/officeart/2005/8/layout/hierarchy3"/>
    <dgm:cxn modelId="{3F21B32A-1728-40D2-886D-3308ECAFEBDE}" type="presOf" srcId="{EA74A106-5B0F-4EB9-AD0A-C22443D23D7F}" destId="{3808313F-6C74-410E-B83D-27859DEBADF4}" srcOrd="1" destOrd="0" presId="urn:microsoft.com/office/officeart/2005/8/layout/hierarchy3"/>
    <dgm:cxn modelId="{AF8CDFAE-8920-4D46-A5C6-813138EF4837}" type="presOf" srcId="{F92A5A6B-C172-4326-870F-39E835D968D5}" destId="{405F7992-6DB9-4544-A82B-C31460FF33A8}" srcOrd="0" destOrd="0" presId="urn:microsoft.com/office/officeart/2005/8/layout/hierarchy3"/>
    <dgm:cxn modelId="{DBC98F90-5643-4846-82A8-93DAD0268389}" type="presOf" srcId="{76F98652-174C-44DD-8A0C-6A2498B4E17A}" destId="{304CF05C-AB34-4495-8A78-38E363A8A1D3}" srcOrd="0" destOrd="0" presId="urn:microsoft.com/office/officeart/2005/8/layout/hierarchy3"/>
    <dgm:cxn modelId="{D7E5858E-D336-4D01-AB27-537C7761185A}" type="presOf" srcId="{835F176D-FCD1-40A5-A125-A8058548611E}" destId="{8696E3DB-0DC7-4FE7-8F42-BAE642BBC242}" srcOrd="0" destOrd="0" presId="urn:microsoft.com/office/officeart/2005/8/layout/hierarchy3"/>
    <dgm:cxn modelId="{48DDFFF5-E889-458A-8A87-72EA92B35ABF}" srcId="{34A77984-C500-4040-9B41-E35D00ED84F5}" destId="{EA74A106-5B0F-4EB9-AD0A-C22443D23D7F}" srcOrd="4" destOrd="0" parTransId="{F51DE13F-9FE6-498A-9A46-8C538AC355D7}" sibTransId="{AB38FE45-D65E-46E9-9EAD-AD9AC9880C2C}"/>
    <dgm:cxn modelId="{21AD54DD-B5E2-4253-A591-7FBBB21A1E30}" type="presOf" srcId="{3319A76E-7516-4691-806A-948751ED0DD7}" destId="{C898C223-A3EF-4909-A30B-8D9082255DC1}" srcOrd="0" destOrd="0" presId="urn:microsoft.com/office/officeart/2005/8/layout/hierarchy3"/>
    <dgm:cxn modelId="{70C305D4-0E93-4A98-AD06-EAB72D0A959E}" srcId="{34A77984-C500-4040-9B41-E35D00ED84F5}" destId="{163BE503-8C68-4FD2-B7C6-F791E71B4C57}" srcOrd="3" destOrd="0" parTransId="{F6A4A90B-1135-47C4-831D-0DFEE4FA7781}" sibTransId="{75BE54C2-7DB6-48A2-A82E-33A7CF340BA3}"/>
    <dgm:cxn modelId="{51E8B30B-6D48-4E22-B484-CECB500889D0}" type="presOf" srcId="{10F55B15-4391-43CE-9A30-6BE0F14D333B}" destId="{256FF4DA-459C-4676-AF12-F035231C8142}" srcOrd="0" destOrd="0" presId="urn:microsoft.com/office/officeart/2005/8/layout/hierarchy3"/>
    <dgm:cxn modelId="{B0B885E4-FDCF-4C10-AFC8-6915A5EDE2A3}" type="presOf" srcId="{163BE503-8C68-4FD2-B7C6-F791E71B4C57}" destId="{A4C2F696-5B9E-48E1-8DD5-CE18D4799066}" srcOrd="1" destOrd="0" presId="urn:microsoft.com/office/officeart/2005/8/layout/hierarchy3"/>
    <dgm:cxn modelId="{5AB9EBD2-5BE1-4DCF-95E6-BBE4A1882FD5}" srcId="{F92A5A6B-C172-4326-870F-39E835D968D5}" destId="{76F98652-174C-44DD-8A0C-6A2498B4E17A}" srcOrd="3" destOrd="0" parTransId="{88364E89-012E-433F-9473-6B325A30925A}" sibTransId="{525D28CD-A6E8-4EA9-B026-B99D6793C8A0}"/>
    <dgm:cxn modelId="{50849C5F-559D-4377-8E2B-8900D48A2DEA}" type="presOf" srcId="{02D93827-0DA4-4D0B-B8A7-EDCF19DF2EC1}" destId="{FF83CA68-4CD4-485B-9F0C-89CF2F87A6E3}" srcOrd="0" destOrd="0" presId="urn:microsoft.com/office/officeart/2005/8/layout/hierarchy3"/>
    <dgm:cxn modelId="{8EB72CB7-E083-4E21-857C-50813FDEDDCB}" type="presOf" srcId="{FFE5C75B-7933-434D-B754-96B70C0ADEFD}" destId="{54221C2D-7873-472C-AF5A-E643B9AA7077}" srcOrd="0" destOrd="0" presId="urn:microsoft.com/office/officeart/2005/8/layout/hierarchy3"/>
    <dgm:cxn modelId="{8BB6EEE8-2CBD-4F75-A5EF-32E3A780A53A}" srcId="{34A77984-C500-4040-9B41-E35D00ED84F5}" destId="{FFE5C75B-7933-434D-B754-96B70C0ADEFD}" srcOrd="0" destOrd="0" parTransId="{CD0FE32E-4647-40A6-980E-5DF5ECECD6A1}" sibTransId="{9AB9571D-2A75-43E5-A59C-665CEAEEFFCC}"/>
    <dgm:cxn modelId="{05428995-8D12-431C-A142-45B0A69F235C}" type="presParOf" srcId="{12E3A7CC-FAB8-4F84-9474-AB1F6742EC63}" destId="{7D1A2914-2102-4842-A4F8-2FB990B87F51}" srcOrd="0" destOrd="0" presId="urn:microsoft.com/office/officeart/2005/8/layout/hierarchy3"/>
    <dgm:cxn modelId="{D2054416-11C1-434C-9A66-353CF42CE2A0}" type="presParOf" srcId="{7D1A2914-2102-4842-A4F8-2FB990B87F51}" destId="{0ABD46FE-DEDE-4F90-8969-AA24D6451BF4}" srcOrd="0" destOrd="0" presId="urn:microsoft.com/office/officeart/2005/8/layout/hierarchy3"/>
    <dgm:cxn modelId="{C8DCCF99-AC0F-4918-9701-6D124F618B23}" type="presParOf" srcId="{0ABD46FE-DEDE-4F90-8969-AA24D6451BF4}" destId="{54221C2D-7873-472C-AF5A-E643B9AA7077}" srcOrd="0" destOrd="0" presId="urn:microsoft.com/office/officeart/2005/8/layout/hierarchy3"/>
    <dgm:cxn modelId="{B4AE7111-20EE-4BA2-B194-EAC183C106AB}" type="presParOf" srcId="{0ABD46FE-DEDE-4F90-8969-AA24D6451BF4}" destId="{E163373C-DE33-44DD-9902-3DF58FD33446}" srcOrd="1" destOrd="0" presId="urn:microsoft.com/office/officeart/2005/8/layout/hierarchy3"/>
    <dgm:cxn modelId="{096A487C-0282-4F56-B894-536BC804C631}" type="presParOf" srcId="{7D1A2914-2102-4842-A4F8-2FB990B87F51}" destId="{6E6C1988-26D3-40CF-8B16-6FC8CB045F5A}" srcOrd="1" destOrd="0" presId="urn:microsoft.com/office/officeart/2005/8/layout/hierarchy3"/>
    <dgm:cxn modelId="{D4C9AAE4-89BF-4120-AE7B-0B7599040D62}" type="presParOf" srcId="{12E3A7CC-FAB8-4F84-9474-AB1F6742EC63}" destId="{7E6C5C83-99F6-4AE2-AD71-44868E789F9A}" srcOrd="1" destOrd="0" presId="urn:microsoft.com/office/officeart/2005/8/layout/hierarchy3"/>
    <dgm:cxn modelId="{3AE0D7EC-0EF9-4295-AA8A-F198ADFC384A}" type="presParOf" srcId="{7E6C5C83-99F6-4AE2-AD71-44868E789F9A}" destId="{B85022A8-AA98-408B-BF93-B6597D5ADE1E}" srcOrd="0" destOrd="0" presId="urn:microsoft.com/office/officeart/2005/8/layout/hierarchy3"/>
    <dgm:cxn modelId="{20322C2B-D2F8-41F0-9F3A-80CD39937D04}" type="presParOf" srcId="{B85022A8-AA98-408B-BF93-B6597D5ADE1E}" destId="{8696E3DB-0DC7-4FE7-8F42-BAE642BBC242}" srcOrd="0" destOrd="0" presId="urn:microsoft.com/office/officeart/2005/8/layout/hierarchy3"/>
    <dgm:cxn modelId="{24E3BCA1-1D5A-4BD8-86AA-2E29DD9AFC99}" type="presParOf" srcId="{B85022A8-AA98-408B-BF93-B6597D5ADE1E}" destId="{23E683B0-20A6-4DA7-A071-EDEA036FFD3A}" srcOrd="1" destOrd="0" presId="urn:microsoft.com/office/officeart/2005/8/layout/hierarchy3"/>
    <dgm:cxn modelId="{583DF554-6BC8-4889-990B-A679245DCA54}" type="presParOf" srcId="{7E6C5C83-99F6-4AE2-AD71-44868E789F9A}" destId="{7EFA5C94-441A-48DE-9FFF-2654BD3F109F}" srcOrd="1" destOrd="0" presId="urn:microsoft.com/office/officeart/2005/8/layout/hierarchy3"/>
    <dgm:cxn modelId="{43A01D96-F219-4F86-844B-53906EC61033}" type="presParOf" srcId="{12E3A7CC-FAB8-4F84-9474-AB1F6742EC63}" destId="{F1035130-96F0-41F5-9347-066777AF7374}" srcOrd="2" destOrd="0" presId="urn:microsoft.com/office/officeart/2005/8/layout/hierarchy3"/>
    <dgm:cxn modelId="{4CDA7BFA-DFF5-4936-94DE-7A9669B19F82}" type="presParOf" srcId="{F1035130-96F0-41F5-9347-066777AF7374}" destId="{DAB2FAFF-6816-42D9-B0A9-EDFA2BA63F51}" srcOrd="0" destOrd="0" presId="urn:microsoft.com/office/officeart/2005/8/layout/hierarchy3"/>
    <dgm:cxn modelId="{78436988-92F4-4913-A2AD-14B3A9EE0361}" type="presParOf" srcId="{DAB2FAFF-6816-42D9-B0A9-EDFA2BA63F51}" destId="{405F7992-6DB9-4544-A82B-C31460FF33A8}" srcOrd="0" destOrd="0" presId="urn:microsoft.com/office/officeart/2005/8/layout/hierarchy3"/>
    <dgm:cxn modelId="{3188F166-2A95-443A-B34D-23C7DFCE57B4}" type="presParOf" srcId="{DAB2FAFF-6816-42D9-B0A9-EDFA2BA63F51}" destId="{63A2CF0E-9540-4240-B4C4-E8A32674C00C}" srcOrd="1" destOrd="0" presId="urn:microsoft.com/office/officeart/2005/8/layout/hierarchy3"/>
    <dgm:cxn modelId="{FB84ED73-7FF5-40CF-BC38-357FCD3D42A2}" type="presParOf" srcId="{F1035130-96F0-41F5-9347-066777AF7374}" destId="{771FD8E9-80AE-45E8-BE15-DEB604B181E2}" srcOrd="1" destOrd="0" presId="urn:microsoft.com/office/officeart/2005/8/layout/hierarchy3"/>
    <dgm:cxn modelId="{DFC77CA8-C326-489C-8CF1-1122C4A9E6A1}" type="presParOf" srcId="{771FD8E9-80AE-45E8-BE15-DEB604B181E2}" destId="{2D45093F-DC23-4179-942F-50859519791F}" srcOrd="0" destOrd="0" presId="urn:microsoft.com/office/officeart/2005/8/layout/hierarchy3"/>
    <dgm:cxn modelId="{7D95477E-9716-446D-89DD-38A1389C9B1C}" type="presParOf" srcId="{771FD8E9-80AE-45E8-BE15-DEB604B181E2}" destId="{D20B9003-F740-4A68-9479-333B1D98F6C5}" srcOrd="1" destOrd="0" presId="urn:microsoft.com/office/officeart/2005/8/layout/hierarchy3"/>
    <dgm:cxn modelId="{527B6DAE-AA6D-4353-8497-91A40DDB3B26}" type="presParOf" srcId="{771FD8E9-80AE-45E8-BE15-DEB604B181E2}" destId="{C898C223-A3EF-4909-A30B-8D9082255DC1}" srcOrd="2" destOrd="0" presId="urn:microsoft.com/office/officeart/2005/8/layout/hierarchy3"/>
    <dgm:cxn modelId="{9B71652D-F5E1-4A04-8299-EA3D38FF4BD4}" type="presParOf" srcId="{771FD8E9-80AE-45E8-BE15-DEB604B181E2}" destId="{DC2AF57D-7C7E-419D-B32B-0ED7C1BF8298}" srcOrd="3" destOrd="0" presId="urn:microsoft.com/office/officeart/2005/8/layout/hierarchy3"/>
    <dgm:cxn modelId="{8FA67A0F-6D8B-45CB-89B7-19D38A414B9A}" type="presParOf" srcId="{771FD8E9-80AE-45E8-BE15-DEB604B181E2}" destId="{FF83CA68-4CD4-485B-9F0C-89CF2F87A6E3}" srcOrd="4" destOrd="0" presId="urn:microsoft.com/office/officeart/2005/8/layout/hierarchy3"/>
    <dgm:cxn modelId="{95D817F3-66D2-4FBC-9FAD-9DA3EF1D63FD}" type="presParOf" srcId="{771FD8E9-80AE-45E8-BE15-DEB604B181E2}" destId="{256FF4DA-459C-4676-AF12-F035231C8142}" srcOrd="5" destOrd="0" presId="urn:microsoft.com/office/officeart/2005/8/layout/hierarchy3"/>
    <dgm:cxn modelId="{8E5628B6-074F-403B-9264-EB9226AF4C59}" type="presParOf" srcId="{771FD8E9-80AE-45E8-BE15-DEB604B181E2}" destId="{76EBBE91-F4C7-4584-80E2-085E9BAAB723}" srcOrd="6" destOrd="0" presId="urn:microsoft.com/office/officeart/2005/8/layout/hierarchy3"/>
    <dgm:cxn modelId="{42C0EF7E-D00F-40C9-B3A1-096D83BAC4A5}" type="presParOf" srcId="{771FD8E9-80AE-45E8-BE15-DEB604B181E2}" destId="{304CF05C-AB34-4495-8A78-38E363A8A1D3}" srcOrd="7" destOrd="0" presId="urn:microsoft.com/office/officeart/2005/8/layout/hierarchy3"/>
    <dgm:cxn modelId="{A4B7E9E0-D6CE-4CC7-B73F-46C8D0A10EF3}" type="presParOf" srcId="{12E3A7CC-FAB8-4F84-9474-AB1F6742EC63}" destId="{618669AE-302B-4109-B222-43AF4DBB653A}" srcOrd="3" destOrd="0" presId="urn:microsoft.com/office/officeart/2005/8/layout/hierarchy3"/>
    <dgm:cxn modelId="{10E54A2D-7A68-4C10-90DF-35462B36B2B0}" type="presParOf" srcId="{618669AE-302B-4109-B222-43AF4DBB653A}" destId="{0C28C721-B391-4542-B414-3254AD27A8E1}" srcOrd="0" destOrd="0" presId="urn:microsoft.com/office/officeart/2005/8/layout/hierarchy3"/>
    <dgm:cxn modelId="{B8A838A0-541D-4FDC-8C1C-64F2214A0DCB}" type="presParOf" srcId="{0C28C721-B391-4542-B414-3254AD27A8E1}" destId="{711A7C1A-1D74-4871-9272-63688CEA9840}" srcOrd="0" destOrd="0" presId="urn:microsoft.com/office/officeart/2005/8/layout/hierarchy3"/>
    <dgm:cxn modelId="{D66B3C29-FA25-4D19-90F3-4631DF13348D}" type="presParOf" srcId="{0C28C721-B391-4542-B414-3254AD27A8E1}" destId="{A4C2F696-5B9E-48E1-8DD5-CE18D4799066}" srcOrd="1" destOrd="0" presId="urn:microsoft.com/office/officeart/2005/8/layout/hierarchy3"/>
    <dgm:cxn modelId="{5576E306-6861-4DA2-A80F-E425065C5D4E}" type="presParOf" srcId="{618669AE-302B-4109-B222-43AF4DBB653A}" destId="{0F381101-694C-48FF-A599-7F30B854A510}" srcOrd="1" destOrd="0" presId="urn:microsoft.com/office/officeart/2005/8/layout/hierarchy3"/>
    <dgm:cxn modelId="{77C93166-F7A6-4C3D-975C-0555FC748741}" type="presParOf" srcId="{12E3A7CC-FAB8-4F84-9474-AB1F6742EC63}" destId="{6CBD544D-9936-44AC-81B0-4088E83D2C6A}" srcOrd="4" destOrd="0" presId="urn:microsoft.com/office/officeart/2005/8/layout/hierarchy3"/>
    <dgm:cxn modelId="{F04E184A-C1C1-4D62-B751-1413528B6E82}" type="presParOf" srcId="{6CBD544D-9936-44AC-81B0-4088E83D2C6A}" destId="{D9027B41-60CA-41DD-8B74-448884A8A27F}" srcOrd="0" destOrd="0" presId="urn:microsoft.com/office/officeart/2005/8/layout/hierarchy3"/>
    <dgm:cxn modelId="{DDBF1443-AF8C-4512-99AD-534DD957F37A}" type="presParOf" srcId="{D9027B41-60CA-41DD-8B74-448884A8A27F}" destId="{6A67F809-1B9C-4D53-BB5E-9058653DB9C3}" srcOrd="0" destOrd="0" presId="urn:microsoft.com/office/officeart/2005/8/layout/hierarchy3"/>
    <dgm:cxn modelId="{6F2C3824-DE69-47BE-8905-5CCC442CDF5A}" type="presParOf" srcId="{D9027B41-60CA-41DD-8B74-448884A8A27F}" destId="{3808313F-6C74-410E-B83D-27859DEBADF4}" srcOrd="1" destOrd="0" presId="urn:microsoft.com/office/officeart/2005/8/layout/hierarchy3"/>
    <dgm:cxn modelId="{1A2EE6B6-8005-4A17-BCCE-52B40D2A358A}" type="presParOf" srcId="{6CBD544D-9936-44AC-81B0-4088E83D2C6A}" destId="{79C9D8E2-EDAF-4275-A865-922CA18E856F}" srcOrd="1" destOrd="0" presId="urn:microsoft.com/office/officeart/2005/8/layout/hierarchy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A77984-C500-4040-9B41-E35D00ED84F5}" type="doc">
      <dgm:prSet loTypeId="urn:microsoft.com/office/officeart/2005/8/layout/hierarchy3" loCatId="list" qsTypeId="urn:microsoft.com/office/officeart/2005/8/quickstyle/simple4" qsCatId="simple" csTypeId="urn:microsoft.com/office/officeart/2005/8/colors/colorful1#5" csCatId="colorful" phldr="1"/>
      <dgm:spPr>
        <a:scene3d>
          <a:camera prst="orthographicFront">
            <a:rot lat="0" lon="0" rev="0"/>
          </a:camera>
          <a:lightRig rig="balanced" dir="t">
            <a:rot lat="0" lon="0" rev="8700000"/>
          </a:lightRig>
        </a:scene3d>
      </dgm:spPr>
      <dgm:t>
        <a:bodyPr/>
        <a:lstStyle/>
        <a:p>
          <a:endParaRPr lang="en-US"/>
        </a:p>
      </dgm:t>
    </dgm:pt>
    <dgm:pt modelId="{FFE5C75B-7933-434D-B754-96B70C0ADEFD}">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DEFINE</a:t>
          </a:r>
        </a:p>
      </dgm:t>
    </dgm:pt>
    <dgm:pt modelId="{CD0FE32E-4647-40A6-980E-5DF5ECECD6A1}" type="parTrans" cxnId="{8BB6EEE8-2CBD-4F75-A5EF-32E3A780A53A}">
      <dgm:prSet/>
      <dgm:spPr/>
      <dgm:t>
        <a:bodyPr/>
        <a:lstStyle/>
        <a:p>
          <a:endParaRPr lang="en-US"/>
        </a:p>
      </dgm:t>
    </dgm:pt>
    <dgm:pt modelId="{9AB9571D-2A75-43E5-A59C-665CEAEEFFCC}" type="sibTrans" cxnId="{8BB6EEE8-2CBD-4F75-A5EF-32E3A780A53A}">
      <dgm:prSet/>
      <dgm:spPr/>
      <dgm:t>
        <a:bodyPr/>
        <a:lstStyle/>
        <a:p>
          <a:endParaRPr lang="en-US"/>
        </a:p>
      </dgm:t>
    </dgm:pt>
    <dgm:pt modelId="{835F176D-FCD1-40A5-A125-A8058548611E}">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MEASURE</a:t>
          </a:r>
        </a:p>
      </dgm:t>
    </dgm:pt>
    <dgm:pt modelId="{5F817BAD-6692-40DC-ACB1-867BD06396DD}" type="parTrans" cxnId="{E961E1FC-B8F1-4BC1-948A-F7100EE861F4}">
      <dgm:prSet/>
      <dgm:spPr/>
      <dgm:t>
        <a:bodyPr/>
        <a:lstStyle/>
        <a:p>
          <a:endParaRPr lang="en-US"/>
        </a:p>
      </dgm:t>
    </dgm:pt>
    <dgm:pt modelId="{CDA5D6C1-1C3E-4CA2-A93F-654D4CFEF5EF}" type="sibTrans" cxnId="{E961E1FC-B8F1-4BC1-948A-F7100EE861F4}">
      <dgm:prSet/>
      <dgm:spPr/>
      <dgm:t>
        <a:bodyPr/>
        <a:lstStyle/>
        <a:p>
          <a:endParaRPr lang="en-US"/>
        </a:p>
      </dgm:t>
    </dgm:pt>
    <dgm:pt modelId="{F92A5A6B-C172-4326-870F-39E835D968D5}">
      <dgm:prSet>
        <dgm:style>
          <a:lnRef idx="1">
            <a:schemeClr val="accent6"/>
          </a:lnRef>
          <a:fillRef idx="3">
            <a:schemeClr val="accent6"/>
          </a:fillRef>
          <a:effectRef idx="2">
            <a:schemeClr val="accent6"/>
          </a:effectRef>
          <a:fontRef idx="minor">
            <a:schemeClr val="lt1"/>
          </a:fontRef>
        </dgm:style>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ANALYSE</a:t>
          </a:r>
        </a:p>
      </dgm:t>
    </dgm:pt>
    <dgm:pt modelId="{9D868A5A-679E-48FB-ABD9-5426910FA674}" type="parTrans" cxnId="{4BCACB1A-95AC-4892-8856-ECC7D3F9ADDA}">
      <dgm:prSet/>
      <dgm:spPr/>
      <dgm:t>
        <a:bodyPr/>
        <a:lstStyle/>
        <a:p>
          <a:endParaRPr lang="en-US"/>
        </a:p>
      </dgm:t>
    </dgm:pt>
    <dgm:pt modelId="{A984F750-B6AD-4DBA-BC03-1D6DC362FCBB}" type="sibTrans" cxnId="{4BCACB1A-95AC-4892-8856-ECC7D3F9ADDA}">
      <dgm:prSet/>
      <dgm:spPr/>
      <dgm:t>
        <a:bodyPr/>
        <a:lstStyle/>
        <a:p>
          <a:endParaRPr lang="en-US"/>
        </a:p>
      </dgm:t>
    </dgm:pt>
    <dgm:pt modelId="{163BE503-8C68-4FD2-B7C6-F791E71B4C5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IMPROVE</a:t>
          </a:r>
        </a:p>
      </dgm:t>
    </dgm:pt>
    <dgm:pt modelId="{F6A4A90B-1135-47C4-831D-0DFEE4FA7781}" type="parTrans" cxnId="{70C305D4-0E93-4A98-AD06-EAB72D0A959E}">
      <dgm:prSet/>
      <dgm:spPr/>
      <dgm:t>
        <a:bodyPr/>
        <a:lstStyle/>
        <a:p>
          <a:endParaRPr lang="en-US"/>
        </a:p>
      </dgm:t>
    </dgm:pt>
    <dgm:pt modelId="{75BE54C2-7DB6-48A2-A82E-33A7CF340BA3}" type="sibTrans" cxnId="{70C305D4-0E93-4A98-AD06-EAB72D0A959E}">
      <dgm:prSet/>
      <dgm:spPr/>
      <dgm:t>
        <a:bodyPr/>
        <a:lstStyle/>
        <a:p>
          <a:endParaRPr lang="en-US"/>
        </a:p>
      </dgm:t>
    </dgm:pt>
    <dgm:pt modelId="{EA74A106-5B0F-4EB9-AD0A-C22443D23D7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CONTROL</a:t>
          </a:r>
        </a:p>
      </dgm:t>
    </dgm:pt>
    <dgm:pt modelId="{F51DE13F-9FE6-498A-9A46-8C538AC355D7}" type="parTrans" cxnId="{48DDFFF5-E889-458A-8A87-72EA92B35ABF}">
      <dgm:prSet/>
      <dgm:spPr/>
      <dgm:t>
        <a:bodyPr/>
        <a:lstStyle/>
        <a:p>
          <a:endParaRPr lang="en-US"/>
        </a:p>
      </dgm:t>
    </dgm:pt>
    <dgm:pt modelId="{AB38FE45-D65E-46E9-9EAD-AD9AC9880C2C}" type="sibTrans" cxnId="{48DDFFF5-E889-458A-8A87-72EA92B35ABF}">
      <dgm:prSet/>
      <dgm:spPr/>
      <dgm:t>
        <a:bodyPr/>
        <a:lstStyle/>
        <a:p>
          <a:endParaRPr lang="en-US"/>
        </a:p>
      </dgm:t>
    </dgm:pt>
    <dgm:pt modelId="{68D816EA-06CD-4EB2-B1E1-D7D2A1FEED74}">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400" b="1">
              <a:latin typeface="Times New Roman" panose="02020603050405020304" pitchFamily="18" charset="0"/>
              <a:cs typeface="Times New Roman" panose="02020603050405020304" pitchFamily="18" charset="0"/>
            </a:rPr>
            <a:t>Process Sigma Level</a:t>
          </a:r>
        </a:p>
      </dgm:t>
    </dgm:pt>
    <dgm:pt modelId="{05B226AC-6D48-4C94-9922-FA18499F78F4}" type="parTrans" cxnId="{8A70A4E4-ECFE-4EC8-999B-F8F26835AF9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EA05D6AB-E6A8-4063-8660-D5A7A5AA59E2}" type="sibTrans" cxnId="{8A70A4E4-ECFE-4EC8-999B-F8F26835AF9F}">
      <dgm:prSet/>
      <dgm:spPr/>
      <dgm:t>
        <a:bodyPr/>
        <a:lstStyle/>
        <a:p>
          <a:endParaRPr lang="en-US"/>
        </a:p>
      </dgm:t>
    </dgm:pt>
    <dgm:pt modelId="{CDEE39A1-81AD-4913-B9FB-C2817C23C0A9}">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400" b="1">
              <a:latin typeface="Times New Roman" panose="02020603050405020304" pitchFamily="18" charset="0"/>
              <a:cs typeface="Times New Roman" panose="02020603050405020304" pitchFamily="18" charset="0"/>
            </a:rPr>
            <a:t>Improvements</a:t>
          </a:r>
        </a:p>
      </dgm:t>
    </dgm:pt>
    <dgm:pt modelId="{B8AD2FF7-3AE0-4540-AF96-C30D9E540FAC}" type="parTrans" cxnId="{A9AE833D-A579-477F-A89A-56E8FB384A0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8C5B42CC-2ADD-453A-93A7-E3E06510A706}" type="sibTrans" cxnId="{A9AE833D-A579-477F-A89A-56E8FB384A07}">
      <dgm:prSet/>
      <dgm:spPr/>
      <dgm:t>
        <a:bodyPr/>
        <a:lstStyle/>
        <a:p>
          <a:endParaRPr lang="en-US"/>
        </a:p>
      </dgm:t>
    </dgm:pt>
    <dgm:pt modelId="{12E3A7CC-FAB8-4F84-9474-AB1F6742EC63}" type="pres">
      <dgm:prSet presAssocID="{34A77984-C500-4040-9B41-E35D00ED84F5}" presName="diagram" presStyleCnt="0">
        <dgm:presLayoutVars>
          <dgm:chPref val="1"/>
          <dgm:dir/>
          <dgm:animOne val="branch"/>
          <dgm:animLvl val="lvl"/>
          <dgm:resizeHandles/>
        </dgm:presLayoutVars>
      </dgm:prSet>
      <dgm:spPr/>
      <dgm:t>
        <a:bodyPr/>
        <a:lstStyle/>
        <a:p>
          <a:endParaRPr lang="en-US"/>
        </a:p>
      </dgm:t>
    </dgm:pt>
    <dgm:pt modelId="{7D1A2914-2102-4842-A4F8-2FB990B87F51}" type="pres">
      <dgm:prSet presAssocID="{FFE5C75B-7933-434D-B754-96B70C0ADEFD}"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ABD46FE-DEDE-4F90-8969-AA24D6451BF4}" type="pres">
      <dgm:prSet presAssocID="{FFE5C75B-7933-434D-B754-96B70C0ADEFD}"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4221C2D-7873-472C-AF5A-E643B9AA7077}" type="pres">
      <dgm:prSet presAssocID="{FFE5C75B-7933-434D-B754-96B70C0ADEFD}" presName="rootText" presStyleLbl="node1" presStyleIdx="0" presStyleCnt="5"/>
      <dgm:spPr/>
      <dgm:t>
        <a:bodyPr/>
        <a:lstStyle/>
        <a:p>
          <a:endParaRPr lang="en-US"/>
        </a:p>
      </dgm:t>
    </dgm:pt>
    <dgm:pt modelId="{E163373C-DE33-44DD-9902-3DF58FD33446}" type="pres">
      <dgm:prSet presAssocID="{FFE5C75B-7933-434D-B754-96B70C0ADEFD}" presName="rootConnector" presStyleLbl="node1" presStyleIdx="0" presStyleCnt="5"/>
      <dgm:spPr/>
      <dgm:t>
        <a:bodyPr/>
        <a:lstStyle/>
        <a:p>
          <a:endParaRPr lang="en-US"/>
        </a:p>
      </dgm:t>
    </dgm:pt>
    <dgm:pt modelId="{6E6C1988-26D3-40CF-8B16-6FC8CB045F5A}" type="pres">
      <dgm:prSet presAssocID="{FFE5C75B-7933-434D-B754-96B70C0ADEFD}"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E6C5C83-99F6-4AE2-AD71-44868E789F9A}" type="pres">
      <dgm:prSet presAssocID="{835F176D-FCD1-40A5-A125-A8058548611E}"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85022A8-AA98-408B-BF93-B6597D5ADE1E}" type="pres">
      <dgm:prSet presAssocID="{835F176D-FCD1-40A5-A125-A8058548611E}"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696E3DB-0DC7-4FE7-8F42-BAE642BBC242}" type="pres">
      <dgm:prSet presAssocID="{835F176D-FCD1-40A5-A125-A8058548611E}" presName="rootText" presStyleLbl="node1" presStyleIdx="1" presStyleCnt="5"/>
      <dgm:spPr/>
      <dgm:t>
        <a:bodyPr/>
        <a:lstStyle/>
        <a:p>
          <a:endParaRPr lang="en-US"/>
        </a:p>
      </dgm:t>
    </dgm:pt>
    <dgm:pt modelId="{23E683B0-20A6-4DA7-A071-EDEA036FFD3A}" type="pres">
      <dgm:prSet presAssocID="{835F176D-FCD1-40A5-A125-A8058548611E}" presName="rootConnector" presStyleLbl="node1" presStyleIdx="1" presStyleCnt="5"/>
      <dgm:spPr/>
      <dgm:t>
        <a:bodyPr/>
        <a:lstStyle/>
        <a:p>
          <a:endParaRPr lang="en-US"/>
        </a:p>
      </dgm:t>
    </dgm:pt>
    <dgm:pt modelId="{7EFA5C94-441A-48DE-9FFF-2654BD3F109F}" type="pres">
      <dgm:prSet presAssocID="{835F176D-FCD1-40A5-A125-A8058548611E}"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05E7D3C-9139-4CBE-B49F-D32D30B2F678}" type="pres">
      <dgm:prSet presAssocID="{05B226AC-6D48-4C94-9922-FA18499F78F4}" presName="Name13" presStyleLbl="parChTrans1D2" presStyleIdx="0" presStyleCnt="2"/>
      <dgm:spPr/>
      <dgm:t>
        <a:bodyPr/>
        <a:lstStyle/>
        <a:p>
          <a:endParaRPr lang="en-US"/>
        </a:p>
      </dgm:t>
    </dgm:pt>
    <dgm:pt modelId="{0E6F2C49-7767-4D66-B9CC-776BB61021DD}" type="pres">
      <dgm:prSet presAssocID="{68D816EA-06CD-4EB2-B1E1-D7D2A1FEED74}" presName="childText" presStyleLbl="bgAcc1" presStyleIdx="0" presStyleCnt="2" custScaleX="136697" custLinFactX="121885" custLinFactY="9790" custLinFactNeighborX="200000" custLinFactNeighborY="100000">
        <dgm:presLayoutVars>
          <dgm:bulletEnabled val="1"/>
        </dgm:presLayoutVars>
      </dgm:prSet>
      <dgm:spPr/>
      <dgm:t>
        <a:bodyPr/>
        <a:lstStyle/>
        <a:p>
          <a:endParaRPr lang="en-US"/>
        </a:p>
      </dgm:t>
    </dgm:pt>
    <dgm:pt modelId="{165A03F8-D8F8-401D-9D75-9EAB98D09FD7}" type="pres">
      <dgm:prSet presAssocID="{B8AD2FF7-3AE0-4540-AF96-C30D9E540FAC}" presName="Name13" presStyleLbl="parChTrans1D2" presStyleIdx="1" presStyleCnt="2"/>
      <dgm:spPr/>
      <dgm:t>
        <a:bodyPr/>
        <a:lstStyle/>
        <a:p>
          <a:endParaRPr lang="en-US"/>
        </a:p>
      </dgm:t>
    </dgm:pt>
    <dgm:pt modelId="{FA001A75-A7A4-4AF9-8018-DC61A9473AA6}" type="pres">
      <dgm:prSet presAssocID="{CDEE39A1-81AD-4913-B9FB-C2817C23C0A9}" presName="childText" presStyleLbl="bgAcc1" presStyleIdx="1" presStyleCnt="2" custScaleX="140274" custLinFactX="118142" custLinFactY="-31749" custLinFactNeighborX="200000" custLinFactNeighborY="-100000">
        <dgm:presLayoutVars>
          <dgm:bulletEnabled val="1"/>
        </dgm:presLayoutVars>
      </dgm:prSet>
      <dgm:spPr/>
      <dgm:t>
        <a:bodyPr/>
        <a:lstStyle/>
        <a:p>
          <a:endParaRPr lang="en-US"/>
        </a:p>
      </dgm:t>
    </dgm:pt>
    <dgm:pt modelId="{F1035130-96F0-41F5-9347-066777AF7374}" type="pres">
      <dgm:prSet presAssocID="{F92A5A6B-C172-4326-870F-39E835D968D5}"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AB2FAFF-6816-42D9-B0A9-EDFA2BA63F51}" type="pres">
      <dgm:prSet presAssocID="{F92A5A6B-C172-4326-870F-39E835D968D5}"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5F7992-6DB9-4544-A82B-C31460FF33A8}" type="pres">
      <dgm:prSet presAssocID="{F92A5A6B-C172-4326-870F-39E835D968D5}" presName="rootText" presStyleLbl="node1" presStyleIdx="2" presStyleCnt="5"/>
      <dgm:spPr/>
      <dgm:t>
        <a:bodyPr/>
        <a:lstStyle/>
        <a:p>
          <a:endParaRPr lang="en-US"/>
        </a:p>
      </dgm:t>
    </dgm:pt>
    <dgm:pt modelId="{63A2CF0E-9540-4240-B4C4-E8A32674C00C}" type="pres">
      <dgm:prSet presAssocID="{F92A5A6B-C172-4326-870F-39E835D968D5}" presName="rootConnector" presStyleLbl="node1" presStyleIdx="2" presStyleCnt="5"/>
      <dgm:spPr/>
      <dgm:t>
        <a:bodyPr/>
        <a:lstStyle/>
        <a:p>
          <a:endParaRPr lang="en-US"/>
        </a:p>
      </dgm:t>
    </dgm:pt>
    <dgm:pt modelId="{771FD8E9-80AE-45E8-BE15-DEB604B181E2}" type="pres">
      <dgm:prSet presAssocID="{F92A5A6B-C172-4326-870F-39E835D968D5}"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18669AE-302B-4109-B222-43AF4DBB653A}" type="pres">
      <dgm:prSet presAssocID="{163BE503-8C68-4FD2-B7C6-F791E71B4C57}"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C28C721-B391-4542-B414-3254AD27A8E1}" type="pres">
      <dgm:prSet presAssocID="{163BE503-8C68-4FD2-B7C6-F791E71B4C57}"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11A7C1A-1D74-4871-9272-63688CEA9840}" type="pres">
      <dgm:prSet presAssocID="{163BE503-8C68-4FD2-B7C6-F791E71B4C57}" presName="rootText" presStyleLbl="node1" presStyleIdx="3" presStyleCnt="5"/>
      <dgm:spPr/>
      <dgm:t>
        <a:bodyPr/>
        <a:lstStyle/>
        <a:p>
          <a:endParaRPr lang="en-US"/>
        </a:p>
      </dgm:t>
    </dgm:pt>
    <dgm:pt modelId="{A4C2F696-5B9E-48E1-8DD5-CE18D4799066}" type="pres">
      <dgm:prSet presAssocID="{163BE503-8C68-4FD2-B7C6-F791E71B4C57}" presName="rootConnector" presStyleLbl="node1" presStyleIdx="3" presStyleCnt="5"/>
      <dgm:spPr/>
      <dgm:t>
        <a:bodyPr/>
        <a:lstStyle/>
        <a:p>
          <a:endParaRPr lang="en-US"/>
        </a:p>
      </dgm:t>
    </dgm:pt>
    <dgm:pt modelId="{0F381101-694C-48FF-A599-7F30B854A510}" type="pres">
      <dgm:prSet presAssocID="{163BE503-8C68-4FD2-B7C6-F791E71B4C57}"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CBD544D-9936-44AC-81B0-4088E83D2C6A}" type="pres">
      <dgm:prSet presAssocID="{EA74A106-5B0F-4EB9-AD0A-C22443D23D7F}"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9027B41-60CA-41DD-8B74-448884A8A27F}" type="pres">
      <dgm:prSet presAssocID="{EA74A106-5B0F-4EB9-AD0A-C22443D23D7F}"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A67F809-1B9C-4D53-BB5E-9058653DB9C3}" type="pres">
      <dgm:prSet presAssocID="{EA74A106-5B0F-4EB9-AD0A-C22443D23D7F}" presName="rootText" presStyleLbl="node1" presStyleIdx="4" presStyleCnt="5"/>
      <dgm:spPr/>
      <dgm:t>
        <a:bodyPr/>
        <a:lstStyle/>
        <a:p>
          <a:endParaRPr lang="en-US"/>
        </a:p>
      </dgm:t>
    </dgm:pt>
    <dgm:pt modelId="{3808313F-6C74-410E-B83D-27859DEBADF4}" type="pres">
      <dgm:prSet presAssocID="{EA74A106-5B0F-4EB9-AD0A-C22443D23D7F}" presName="rootConnector" presStyleLbl="node1" presStyleIdx="4" presStyleCnt="5"/>
      <dgm:spPr/>
      <dgm:t>
        <a:bodyPr/>
        <a:lstStyle/>
        <a:p>
          <a:endParaRPr lang="en-US"/>
        </a:p>
      </dgm:t>
    </dgm:pt>
    <dgm:pt modelId="{79C9D8E2-EDAF-4275-A865-922CA18E856F}" type="pres">
      <dgm:prSet presAssocID="{EA74A106-5B0F-4EB9-AD0A-C22443D23D7F}"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Lst>
  <dgm:cxnLst>
    <dgm:cxn modelId="{3F84949B-6A69-4DC9-9045-EABA816AF8B8}" type="presOf" srcId="{B8AD2FF7-3AE0-4540-AF96-C30D9E540FAC}" destId="{165A03F8-D8F8-401D-9D75-9EAB98D09FD7}" srcOrd="0" destOrd="0" presId="urn:microsoft.com/office/officeart/2005/8/layout/hierarchy3"/>
    <dgm:cxn modelId="{13F4BF6E-B804-45E4-B4AB-72D63834DDA8}" type="presOf" srcId="{EA74A106-5B0F-4EB9-AD0A-C22443D23D7F}" destId="{6A67F809-1B9C-4D53-BB5E-9058653DB9C3}" srcOrd="0" destOrd="0" presId="urn:microsoft.com/office/officeart/2005/8/layout/hierarchy3"/>
    <dgm:cxn modelId="{B671139C-29BC-46C3-A0FA-3FAF224B979B}" type="presOf" srcId="{34A77984-C500-4040-9B41-E35D00ED84F5}" destId="{12E3A7CC-FAB8-4F84-9474-AB1F6742EC63}" srcOrd="0" destOrd="0" presId="urn:microsoft.com/office/officeart/2005/8/layout/hierarchy3"/>
    <dgm:cxn modelId="{0F9F29CC-FC7D-4B61-9D30-B0765789B733}" type="presOf" srcId="{05B226AC-6D48-4C94-9922-FA18499F78F4}" destId="{705E7D3C-9139-4CBE-B49F-D32D30B2F678}" srcOrd="0" destOrd="0" presId="urn:microsoft.com/office/officeart/2005/8/layout/hierarchy3"/>
    <dgm:cxn modelId="{4BCACB1A-95AC-4892-8856-ECC7D3F9ADDA}" srcId="{34A77984-C500-4040-9B41-E35D00ED84F5}" destId="{F92A5A6B-C172-4326-870F-39E835D968D5}" srcOrd="2" destOrd="0" parTransId="{9D868A5A-679E-48FB-ABD9-5426910FA674}" sibTransId="{A984F750-B6AD-4DBA-BC03-1D6DC362FCBB}"/>
    <dgm:cxn modelId="{EC149B0A-E662-40C5-B4E9-0D2ED3EFE5DC}" type="presOf" srcId="{163BE503-8C68-4FD2-B7C6-F791E71B4C57}" destId="{711A7C1A-1D74-4871-9272-63688CEA9840}" srcOrd="0" destOrd="0" presId="urn:microsoft.com/office/officeart/2005/8/layout/hierarchy3"/>
    <dgm:cxn modelId="{A9AE833D-A579-477F-A89A-56E8FB384A07}" srcId="{835F176D-FCD1-40A5-A125-A8058548611E}" destId="{CDEE39A1-81AD-4913-B9FB-C2817C23C0A9}" srcOrd="1" destOrd="0" parTransId="{B8AD2FF7-3AE0-4540-AF96-C30D9E540FAC}" sibTransId="{8C5B42CC-2ADD-453A-93A7-E3E06510A706}"/>
    <dgm:cxn modelId="{E961E1FC-B8F1-4BC1-948A-F7100EE861F4}" srcId="{34A77984-C500-4040-9B41-E35D00ED84F5}" destId="{835F176D-FCD1-40A5-A125-A8058548611E}" srcOrd="1" destOrd="0" parTransId="{5F817BAD-6692-40DC-ACB1-867BD06396DD}" sibTransId="{CDA5D6C1-1C3E-4CA2-A93F-654D4CFEF5EF}"/>
    <dgm:cxn modelId="{A05B2B3B-0CDB-46A4-A4ED-4026BB5C0796}" type="presOf" srcId="{FFE5C75B-7933-434D-B754-96B70C0ADEFD}" destId="{E163373C-DE33-44DD-9902-3DF58FD33446}" srcOrd="1" destOrd="0" presId="urn:microsoft.com/office/officeart/2005/8/layout/hierarchy3"/>
    <dgm:cxn modelId="{D773E1EB-7EB6-4CE3-8E70-8448692B3F99}" type="presOf" srcId="{F92A5A6B-C172-4326-870F-39E835D968D5}" destId="{63A2CF0E-9540-4240-B4C4-E8A32674C00C}" srcOrd="1" destOrd="0" presId="urn:microsoft.com/office/officeart/2005/8/layout/hierarchy3"/>
    <dgm:cxn modelId="{0AD5487B-5377-40E7-95DD-6F17DCA81486}" type="presOf" srcId="{835F176D-FCD1-40A5-A125-A8058548611E}" destId="{23E683B0-20A6-4DA7-A071-EDEA036FFD3A}" srcOrd="1" destOrd="0" presId="urn:microsoft.com/office/officeart/2005/8/layout/hierarchy3"/>
    <dgm:cxn modelId="{3F21B32A-1728-40D2-886D-3308ECAFEBDE}" type="presOf" srcId="{EA74A106-5B0F-4EB9-AD0A-C22443D23D7F}" destId="{3808313F-6C74-410E-B83D-27859DEBADF4}" srcOrd="1" destOrd="0" presId="urn:microsoft.com/office/officeart/2005/8/layout/hierarchy3"/>
    <dgm:cxn modelId="{AF8CDFAE-8920-4D46-A5C6-813138EF4837}" type="presOf" srcId="{F92A5A6B-C172-4326-870F-39E835D968D5}" destId="{405F7992-6DB9-4544-A82B-C31460FF33A8}" srcOrd="0" destOrd="0" presId="urn:microsoft.com/office/officeart/2005/8/layout/hierarchy3"/>
    <dgm:cxn modelId="{DE5DFEC1-BFDB-47FA-82A0-55016D019974}" type="presOf" srcId="{68D816EA-06CD-4EB2-B1E1-D7D2A1FEED74}" destId="{0E6F2C49-7767-4D66-B9CC-776BB61021DD}" srcOrd="0" destOrd="0" presId="urn:microsoft.com/office/officeart/2005/8/layout/hierarchy3"/>
    <dgm:cxn modelId="{D7E5858E-D336-4D01-AB27-537C7761185A}" type="presOf" srcId="{835F176D-FCD1-40A5-A125-A8058548611E}" destId="{8696E3DB-0DC7-4FE7-8F42-BAE642BBC242}" srcOrd="0" destOrd="0" presId="urn:microsoft.com/office/officeart/2005/8/layout/hierarchy3"/>
    <dgm:cxn modelId="{364F61F0-F99D-47F6-89CC-EC10ACCF01A9}" type="presOf" srcId="{CDEE39A1-81AD-4913-B9FB-C2817C23C0A9}" destId="{FA001A75-A7A4-4AF9-8018-DC61A9473AA6}" srcOrd="0" destOrd="0" presId="urn:microsoft.com/office/officeart/2005/8/layout/hierarchy3"/>
    <dgm:cxn modelId="{48DDFFF5-E889-458A-8A87-72EA92B35ABF}" srcId="{34A77984-C500-4040-9B41-E35D00ED84F5}" destId="{EA74A106-5B0F-4EB9-AD0A-C22443D23D7F}" srcOrd="4" destOrd="0" parTransId="{F51DE13F-9FE6-498A-9A46-8C538AC355D7}" sibTransId="{AB38FE45-D65E-46E9-9EAD-AD9AC9880C2C}"/>
    <dgm:cxn modelId="{8A70A4E4-ECFE-4EC8-999B-F8F26835AF9F}" srcId="{835F176D-FCD1-40A5-A125-A8058548611E}" destId="{68D816EA-06CD-4EB2-B1E1-D7D2A1FEED74}" srcOrd="0" destOrd="0" parTransId="{05B226AC-6D48-4C94-9922-FA18499F78F4}" sibTransId="{EA05D6AB-E6A8-4063-8660-D5A7A5AA59E2}"/>
    <dgm:cxn modelId="{70C305D4-0E93-4A98-AD06-EAB72D0A959E}" srcId="{34A77984-C500-4040-9B41-E35D00ED84F5}" destId="{163BE503-8C68-4FD2-B7C6-F791E71B4C57}" srcOrd="3" destOrd="0" parTransId="{F6A4A90B-1135-47C4-831D-0DFEE4FA7781}" sibTransId="{75BE54C2-7DB6-48A2-A82E-33A7CF340BA3}"/>
    <dgm:cxn modelId="{B0B885E4-FDCF-4C10-AFC8-6915A5EDE2A3}" type="presOf" srcId="{163BE503-8C68-4FD2-B7C6-F791E71B4C57}" destId="{A4C2F696-5B9E-48E1-8DD5-CE18D4799066}" srcOrd="1" destOrd="0" presId="urn:microsoft.com/office/officeart/2005/8/layout/hierarchy3"/>
    <dgm:cxn modelId="{8EB72CB7-E083-4E21-857C-50813FDEDDCB}" type="presOf" srcId="{FFE5C75B-7933-434D-B754-96B70C0ADEFD}" destId="{54221C2D-7873-472C-AF5A-E643B9AA7077}" srcOrd="0" destOrd="0" presId="urn:microsoft.com/office/officeart/2005/8/layout/hierarchy3"/>
    <dgm:cxn modelId="{8BB6EEE8-2CBD-4F75-A5EF-32E3A780A53A}" srcId="{34A77984-C500-4040-9B41-E35D00ED84F5}" destId="{FFE5C75B-7933-434D-B754-96B70C0ADEFD}" srcOrd="0" destOrd="0" parTransId="{CD0FE32E-4647-40A6-980E-5DF5ECECD6A1}" sibTransId="{9AB9571D-2A75-43E5-A59C-665CEAEEFFCC}"/>
    <dgm:cxn modelId="{05428995-8D12-431C-A142-45B0A69F235C}" type="presParOf" srcId="{12E3A7CC-FAB8-4F84-9474-AB1F6742EC63}" destId="{7D1A2914-2102-4842-A4F8-2FB990B87F51}" srcOrd="0" destOrd="0" presId="urn:microsoft.com/office/officeart/2005/8/layout/hierarchy3"/>
    <dgm:cxn modelId="{D2054416-11C1-434C-9A66-353CF42CE2A0}" type="presParOf" srcId="{7D1A2914-2102-4842-A4F8-2FB990B87F51}" destId="{0ABD46FE-DEDE-4F90-8969-AA24D6451BF4}" srcOrd="0" destOrd="0" presId="urn:microsoft.com/office/officeart/2005/8/layout/hierarchy3"/>
    <dgm:cxn modelId="{C8DCCF99-AC0F-4918-9701-6D124F618B23}" type="presParOf" srcId="{0ABD46FE-DEDE-4F90-8969-AA24D6451BF4}" destId="{54221C2D-7873-472C-AF5A-E643B9AA7077}" srcOrd="0" destOrd="0" presId="urn:microsoft.com/office/officeart/2005/8/layout/hierarchy3"/>
    <dgm:cxn modelId="{B4AE7111-20EE-4BA2-B194-EAC183C106AB}" type="presParOf" srcId="{0ABD46FE-DEDE-4F90-8969-AA24D6451BF4}" destId="{E163373C-DE33-44DD-9902-3DF58FD33446}" srcOrd="1" destOrd="0" presId="urn:microsoft.com/office/officeart/2005/8/layout/hierarchy3"/>
    <dgm:cxn modelId="{096A487C-0282-4F56-B894-536BC804C631}" type="presParOf" srcId="{7D1A2914-2102-4842-A4F8-2FB990B87F51}" destId="{6E6C1988-26D3-40CF-8B16-6FC8CB045F5A}" srcOrd="1" destOrd="0" presId="urn:microsoft.com/office/officeart/2005/8/layout/hierarchy3"/>
    <dgm:cxn modelId="{D4C9AAE4-89BF-4120-AE7B-0B7599040D62}" type="presParOf" srcId="{12E3A7CC-FAB8-4F84-9474-AB1F6742EC63}" destId="{7E6C5C83-99F6-4AE2-AD71-44868E789F9A}" srcOrd="1" destOrd="0" presId="urn:microsoft.com/office/officeart/2005/8/layout/hierarchy3"/>
    <dgm:cxn modelId="{3AE0D7EC-0EF9-4295-AA8A-F198ADFC384A}" type="presParOf" srcId="{7E6C5C83-99F6-4AE2-AD71-44868E789F9A}" destId="{B85022A8-AA98-408B-BF93-B6597D5ADE1E}" srcOrd="0" destOrd="0" presId="urn:microsoft.com/office/officeart/2005/8/layout/hierarchy3"/>
    <dgm:cxn modelId="{20322C2B-D2F8-41F0-9F3A-80CD39937D04}" type="presParOf" srcId="{B85022A8-AA98-408B-BF93-B6597D5ADE1E}" destId="{8696E3DB-0DC7-4FE7-8F42-BAE642BBC242}" srcOrd="0" destOrd="0" presId="urn:microsoft.com/office/officeart/2005/8/layout/hierarchy3"/>
    <dgm:cxn modelId="{24E3BCA1-1D5A-4BD8-86AA-2E29DD9AFC99}" type="presParOf" srcId="{B85022A8-AA98-408B-BF93-B6597D5ADE1E}" destId="{23E683B0-20A6-4DA7-A071-EDEA036FFD3A}" srcOrd="1" destOrd="0" presId="urn:microsoft.com/office/officeart/2005/8/layout/hierarchy3"/>
    <dgm:cxn modelId="{583DF554-6BC8-4889-990B-A679245DCA54}" type="presParOf" srcId="{7E6C5C83-99F6-4AE2-AD71-44868E789F9A}" destId="{7EFA5C94-441A-48DE-9FFF-2654BD3F109F}" srcOrd="1" destOrd="0" presId="urn:microsoft.com/office/officeart/2005/8/layout/hierarchy3"/>
    <dgm:cxn modelId="{A551357A-004C-4F6B-8635-FB0007FFF658}" type="presParOf" srcId="{7EFA5C94-441A-48DE-9FFF-2654BD3F109F}" destId="{705E7D3C-9139-4CBE-B49F-D32D30B2F678}" srcOrd="0" destOrd="0" presId="urn:microsoft.com/office/officeart/2005/8/layout/hierarchy3"/>
    <dgm:cxn modelId="{2F4802E2-8E8C-466A-B89E-5F90C634218F}" type="presParOf" srcId="{7EFA5C94-441A-48DE-9FFF-2654BD3F109F}" destId="{0E6F2C49-7767-4D66-B9CC-776BB61021DD}" srcOrd="1" destOrd="0" presId="urn:microsoft.com/office/officeart/2005/8/layout/hierarchy3"/>
    <dgm:cxn modelId="{0BBFA225-BA87-4908-9ACC-800FDBCFEB10}" type="presParOf" srcId="{7EFA5C94-441A-48DE-9FFF-2654BD3F109F}" destId="{165A03F8-D8F8-401D-9D75-9EAB98D09FD7}" srcOrd="2" destOrd="0" presId="urn:microsoft.com/office/officeart/2005/8/layout/hierarchy3"/>
    <dgm:cxn modelId="{0CAC2271-B26E-4E8B-BF2C-BE78D037AD6C}" type="presParOf" srcId="{7EFA5C94-441A-48DE-9FFF-2654BD3F109F}" destId="{FA001A75-A7A4-4AF9-8018-DC61A9473AA6}" srcOrd="3" destOrd="0" presId="urn:microsoft.com/office/officeart/2005/8/layout/hierarchy3"/>
    <dgm:cxn modelId="{43A01D96-F219-4F86-844B-53906EC61033}" type="presParOf" srcId="{12E3A7CC-FAB8-4F84-9474-AB1F6742EC63}" destId="{F1035130-96F0-41F5-9347-066777AF7374}" srcOrd="2" destOrd="0" presId="urn:microsoft.com/office/officeart/2005/8/layout/hierarchy3"/>
    <dgm:cxn modelId="{4CDA7BFA-DFF5-4936-94DE-7A9669B19F82}" type="presParOf" srcId="{F1035130-96F0-41F5-9347-066777AF7374}" destId="{DAB2FAFF-6816-42D9-B0A9-EDFA2BA63F51}" srcOrd="0" destOrd="0" presId="urn:microsoft.com/office/officeart/2005/8/layout/hierarchy3"/>
    <dgm:cxn modelId="{78436988-92F4-4913-A2AD-14B3A9EE0361}" type="presParOf" srcId="{DAB2FAFF-6816-42D9-B0A9-EDFA2BA63F51}" destId="{405F7992-6DB9-4544-A82B-C31460FF33A8}" srcOrd="0" destOrd="0" presId="urn:microsoft.com/office/officeart/2005/8/layout/hierarchy3"/>
    <dgm:cxn modelId="{3188F166-2A95-443A-B34D-23C7DFCE57B4}" type="presParOf" srcId="{DAB2FAFF-6816-42D9-B0A9-EDFA2BA63F51}" destId="{63A2CF0E-9540-4240-B4C4-E8A32674C00C}" srcOrd="1" destOrd="0" presId="urn:microsoft.com/office/officeart/2005/8/layout/hierarchy3"/>
    <dgm:cxn modelId="{FB84ED73-7FF5-40CF-BC38-357FCD3D42A2}" type="presParOf" srcId="{F1035130-96F0-41F5-9347-066777AF7374}" destId="{771FD8E9-80AE-45E8-BE15-DEB604B181E2}" srcOrd="1" destOrd="0" presId="urn:microsoft.com/office/officeart/2005/8/layout/hierarchy3"/>
    <dgm:cxn modelId="{A4B7E9E0-D6CE-4CC7-B73F-46C8D0A10EF3}" type="presParOf" srcId="{12E3A7CC-FAB8-4F84-9474-AB1F6742EC63}" destId="{618669AE-302B-4109-B222-43AF4DBB653A}" srcOrd="3" destOrd="0" presId="urn:microsoft.com/office/officeart/2005/8/layout/hierarchy3"/>
    <dgm:cxn modelId="{10E54A2D-7A68-4C10-90DF-35462B36B2B0}" type="presParOf" srcId="{618669AE-302B-4109-B222-43AF4DBB653A}" destId="{0C28C721-B391-4542-B414-3254AD27A8E1}" srcOrd="0" destOrd="0" presId="urn:microsoft.com/office/officeart/2005/8/layout/hierarchy3"/>
    <dgm:cxn modelId="{B8A838A0-541D-4FDC-8C1C-64F2214A0DCB}" type="presParOf" srcId="{0C28C721-B391-4542-B414-3254AD27A8E1}" destId="{711A7C1A-1D74-4871-9272-63688CEA9840}" srcOrd="0" destOrd="0" presId="urn:microsoft.com/office/officeart/2005/8/layout/hierarchy3"/>
    <dgm:cxn modelId="{D66B3C29-FA25-4D19-90F3-4631DF13348D}" type="presParOf" srcId="{0C28C721-B391-4542-B414-3254AD27A8E1}" destId="{A4C2F696-5B9E-48E1-8DD5-CE18D4799066}" srcOrd="1" destOrd="0" presId="urn:microsoft.com/office/officeart/2005/8/layout/hierarchy3"/>
    <dgm:cxn modelId="{5576E306-6861-4DA2-A80F-E425065C5D4E}" type="presParOf" srcId="{618669AE-302B-4109-B222-43AF4DBB653A}" destId="{0F381101-694C-48FF-A599-7F30B854A510}" srcOrd="1" destOrd="0" presId="urn:microsoft.com/office/officeart/2005/8/layout/hierarchy3"/>
    <dgm:cxn modelId="{77C93166-F7A6-4C3D-975C-0555FC748741}" type="presParOf" srcId="{12E3A7CC-FAB8-4F84-9474-AB1F6742EC63}" destId="{6CBD544D-9936-44AC-81B0-4088E83D2C6A}" srcOrd="4" destOrd="0" presId="urn:microsoft.com/office/officeart/2005/8/layout/hierarchy3"/>
    <dgm:cxn modelId="{F04E184A-C1C1-4D62-B751-1413528B6E82}" type="presParOf" srcId="{6CBD544D-9936-44AC-81B0-4088E83D2C6A}" destId="{D9027B41-60CA-41DD-8B74-448884A8A27F}" srcOrd="0" destOrd="0" presId="urn:microsoft.com/office/officeart/2005/8/layout/hierarchy3"/>
    <dgm:cxn modelId="{DDBF1443-AF8C-4512-99AD-534DD957F37A}" type="presParOf" srcId="{D9027B41-60CA-41DD-8B74-448884A8A27F}" destId="{6A67F809-1B9C-4D53-BB5E-9058653DB9C3}" srcOrd="0" destOrd="0" presId="urn:microsoft.com/office/officeart/2005/8/layout/hierarchy3"/>
    <dgm:cxn modelId="{6F2C3824-DE69-47BE-8905-5CCC442CDF5A}" type="presParOf" srcId="{D9027B41-60CA-41DD-8B74-448884A8A27F}" destId="{3808313F-6C74-410E-B83D-27859DEBADF4}" srcOrd="1" destOrd="0" presId="urn:microsoft.com/office/officeart/2005/8/layout/hierarchy3"/>
    <dgm:cxn modelId="{1A2EE6B6-8005-4A17-BCCE-52B40D2A358A}" type="presParOf" srcId="{6CBD544D-9936-44AC-81B0-4088E83D2C6A}" destId="{79C9D8E2-EDAF-4275-A865-922CA18E856F}" srcOrd="1" destOrd="0" presId="urn:microsoft.com/office/officeart/2005/8/layout/hierarchy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A77984-C500-4040-9B41-E35D00ED84F5}" type="doc">
      <dgm:prSet loTypeId="urn:microsoft.com/office/officeart/2005/8/layout/hierarchy3" loCatId="list" qsTypeId="urn:microsoft.com/office/officeart/2005/8/quickstyle/simple4" qsCatId="simple" csTypeId="urn:microsoft.com/office/officeart/2005/8/colors/colorful1#6" csCatId="colorful" phldr="1"/>
      <dgm:spPr>
        <a:scene3d>
          <a:camera prst="orthographicFront">
            <a:rot lat="0" lon="0" rev="0"/>
          </a:camera>
          <a:lightRig rig="balanced" dir="t">
            <a:rot lat="0" lon="0" rev="8700000"/>
          </a:lightRig>
        </a:scene3d>
      </dgm:spPr>
      <dgm:t>
        <a:bodyPr/>
        <a:lstStyle/>
        <a:p>
          <a:endParaRPr lang="en-US"/>
        </a:p>
      </dgm:t>
    </dgm:pt>
    <dgm:pt modelId="{FFE5C75B-7933-434D-B754-96B70C0ADEFD}">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DEFINE</a:t>
          </a:r>
        </a:p>
      </dgm:t>
    </dgm:pt>
    <dgm:pt modelId="{CD0FE32E-4647-40A6-980E-5DF5ECECD6A1}" type="parTrans" cxnId="{8BB6EEE8-2CBD-4F75-A5EF-32E3A780A53A}">
      <dgm:prSet/>
      <dgm:spPr/>
      <dgm:t>
        <a:bodyPr/>
        <a:lstStyle/>
        <a:p>
          <a:endParaRPr lang="en-US"/>
        </a:p>
      </dgm:t>
    </dgm:pt>
    <dgm:pt modelId="{9AB9571D-2A75-43E5-A59C-665CEAEEFFCC}" type="sibTrans" cxnId="{8BB6EEE8-2CBD-4F75-A5EF-32E3A780A53A}">
      <dgm:prSet/>
      <dgm:spPr/>
      <dgm:t>
        <a:bodyPr/>
        <a:lstStyle/>
        <a:p>
          <a:endParaRPr lang="en-US"/>
        </a:p>
      </dgm:t>
    </dgm:pt>
    <dgm:pt modelId="{835F176D-FCD1-40A5-A125-A8058548611E}">
      <dgm:prSet phldrT="[Tex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MEASURE</a:t>
          </a:r>
        </a:p>
      </dgm:t>
    </dgm:pt>
    <dgm:pt modelId="{5F817BAD-6692-40DC-ACB1-867BD06396DD}" type="parTrans" cxnId="{E961E1FC-B8F1-4BC1-948A-F7100EE861F4}">
      <dgm:prSet/>
      <dgm:spPr/>
      <dgm:t>
        <a:bodyPr/>
        <a:lstStyle/>
        <a:p>
          <a:endParaRPr lang="en-US"/>
        </a:p>
      </dgm:t>
    </dgm:pt>
    <dgm:pt modelId="{CDA5D6C1-1C3E-4CA2-A93F-654D4CFEF5EF}" type="sibTrans" cxnId="{E961E1FC-B8F1-4BC1-948A-F7100EE861F4}">
      <dgm:prSet/>
      <dgm:spPr/>
      <dgm:t>
        <a:bodyPr/>
        <a:lstStyle/>
        <a:p>
          <a:endParaRPr lang="en-US"/>
        </a:p>
      </dgm:t>
    </dgm:pt>
    <dgm:pt modelId="{F92A5A6B-C172-4326-870F-39E835D968D5}">
      <dgm:prSet>
        <dgm:style>
          <a:lnRef idx="1">
            <a:schemeClr val="accent6"/>
          </a:lnRef>
          <a:fillRef idx="3">
            <a:schemeClr val="accent6"/>
          </a:fillRef>
          <a:effectRef idx="2">
            <a:schemeClr val="accent6"/>
          </a:effectRef>
          <a:fontRef idx="minor">
            <a:schemeClr val="lt1"/>
          </a:fontRef>
        </dgm:style>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ANALYSE</a:t>
          </a:r>
        </a:p>
      </dgm:t>
    </dgm:pt>
    <dgm:pt modelId="{9D868A5A-679E-48FB-ABD9-5426910FA674}" type="parTrans" cxnId="{4BCACB1A-95AC-4892-8856-ECC7D3F9ADDA}">
      <dgm:prSet/>
      <dgm:spPr/>
      <dgm:t>
        <a:bodyPr/>
        <a:lstStyle/>
        <a:p>
          <a:endParaRPr lang="en-US"/>
        </a:p>
      </dgm:t>
    </dgm:pt>
    <dgm:pt modelId="{A984F750-B6AD-4DBA-BC03-1D6DC362FCBB}" type="sibTrans" cxnId="{4BCACB1A-95AC-4892-8856-ECC7D3F9ADDA}">
      <dgm:prSet/>
      <dgm:spPr/>
      <dgm:t>
        <a:bodyPr/>
        <a:lstStyle/>
        <a:p>
          <a:endParaRPr lang="en-US"/>
        </a:p>
      </dgm:t>
    </dgm:pt>
    <dgm:pt modelId="{163BE503-8C68-4FD2-B7C6-F791E71B4C57}">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IMPROVE</a:t>
          </a:r>
        </a:p>
      </dgm:t>
    </dgm:pt>
    <dgm:pt modelId="{F6A4A90B-1135-47C4-831D-0DFEE4FA7781}" type="parTrans" cxnId="{70C305D4-0E93-4A98-AD06-EAB72D0A959E}">
      <dgm:prSet/>
      <dgm:spPr/>
      <dgm:t>
        <a:bodyPr/>
        <a:lstStyle/>
        <a:p>
          <a:endParaRPr lang="en-US"/>
        </a:p>
      </dgm:t>
    </dgm:pt>
    <dgm:pt modelId="{75BE54C2-7DB6-48A2-A82E-33A7CF340BA3}" type="sibTrans" cxnId="{70C305D4-0E93-4A98-AD06-EAB72D0A959E}">
      <dgm:prSet/>
      <dgm:spPr/>
      <dgm:t>
        <a:bodyPr/>
        <a:lstStyle/>
        <a:p>
          <a:endParaRPr lang="en-US"/>
        </a:p>
      </dgm:t>
    </dgm:pt>
    <dgm:pt modelId="{EA74A106-5B0F-4EB9-AD0A-C22443D23D7F}">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dirty="0">
              <a:latin typeface="Times New Roman" panose="02020603050405020304" pitchFamily="18" charset="0"/>
              <a:cs typeface="Times New Roman" panose="02020603050405020304" pitchFamily="18" charset="0"/>
            </a:rPr>
            <a:t>CONTROL</a:t>
          </a:r>
        </a:p>
      </dgm:t>
    </dgm:pt>
    <dgm:pt modelId="{F51DE13F-9FE6-498A-9A46-8C538AC355D7}" type="parTrans" cxnId="{48DDFFF5-E889-458A-8A87-72EA92B35ABF}">
      <dgm:prSet/>
      <dgm:spPr/>
      <dgm:t>
        <a:bodyPr/>
        <a:lstStyle/>
        <a:p>
          <a:endParaRPr lang="en-US"/>
        </a:p>
      </dgm:t>
    </dgm:pt>
    <dgm:pt modelId="{AB38FE45-D65E-46E9-9EAD-AD9AC9880C2C}" type="sibTrans" cxnId="{48DDFFF5-E889-458A-8A87-72EA92B35ABF}">
      <dgm:prSet/>
      <dgm:spPr/>
      <dgm:t>
        <a:bodyPr/>
        <a:lstStyle/>
        <a:p>
          <a:endParaRPr lang="en-US"/>
        </a:p>
      </dgm:t>
    </dgm:pt>
    <dgm:pt modelId="{E7492A95-08C3-4276-9651-6BA2372BD9FC}">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200" b="1">
              <a:latin typeface="Times New Roman" panose="02020603050405020304" pitchFamily="18" charset="0"/>
              <a:cs typeface="Times New Roman" panose="02020603050405020304" pitchFamily="18" charset="0"/>
            </a:rPr>
            <a:t>Control Charts</a:t>
          </a:r>
        </a:p>
      </dgm:t>
    </dgm:pt>
    <dgm:pt modelId="{4F8EF19C-57D6-497D-939F-BA894689D492}" type="parTrans" cxnId="{469A7BD5-1A61-41EC-B8CD-F0355150BA64}">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7D699F63-8746-4A0D-AC7D-A87626EB4510}" type="sibTrans" cxnId="{469A7BD5-1A61-41EC-B8CD-F0355150BA64}">
      <dgm:prSet/>
      <dgm:spPr/>
      <dgm:t>
        <a:bodyPr/>
        <a:lstStyle/>
        <a:p>
          <a:endParaRPr lang="en-US"/>
        </a:p>
      </dgm:t>
    </dgm:pt>
    <dgm:pt modelId="{7CD02C51-C03D-44E7-84B0-0AC4D570564A}">
      <dgm:prSet custT="1"/>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US" sz="1400" b="1">
              <a:latin typeface="Times New Roman" panose="02020603050405020304" pitchFamily="18" charset="0"/>
              <a:cs typeface="Times New Roman" panose="02020603050405020304" pitchFamily="18" charset="0"/>
            </a:rPr>
            <a:t>Suggestions</a:t>
          </a:r>
        </a:p>
      </dgm:t>
    </dgm:pt>
    <dgm:pt modelId="{AD4B496D-2E1F-4316-95D9-27DDD616F386}" type="parTrans" cxnId="{AA979D26-7D36-48F1-B438-975022667604}">
      <dgm:prSet/>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endParaRPr lang="en-US"/>
        </a:p>
      </dgm:t>
    </dgm:pt>
    <dgm:pt modelId="{66F0E785-DE67-4D83-8E17-ADD3609D1EA2}" type="sibTrans" cxnId="{AA979D26-7D36-48F1-B438-975022667604}">
      <dgm:prSet/>
      <dgm:spPr/>
      <dgm:t>
        <a:bodyPr/>
        <a:lstStyle/>
        <a:p>
          <a:endParaRPr lang="en-US"/>
        </a:p>
      </dgm:t>
    </dgm:pt>
    <dgm:pt modelId="{12E3A7CC-FAB8-4F84-9474-AB1F6742EC63}" type="pres">
      <dgm:prSet presAssocID="{34A77984-C500-4040-9B41-E35D00ED84F5}" presName="diagram" presStyleCnt="0">
        <dgm:presLayoutVars>
          <dgm:chPref val="1"/>
          <dgm:dir/>
          <dgm:animOne val="branch"/>
          <dgm:animLvl val="lvl"/>
          <dgm:resizeHandles/>
        </dgm:presLayoutVars>
      </dgm:prSet>
      <dgm:spPr/>
      <dgm:t>
        <a:bodyPr/>
        <a:lstStyle/>
        <a:p>
          <a:endParaRPr lang="en-US"/>
        </a:p>
      </dgm:t>
    </dgm:pt>
    <dgm:pt modelId="{7D1A2914-2102-4842-A4F8-2FB990B87F51}" type="pres">
      <dgm:prSet presAssocID="{FFE5C75B-7933-434D-B754-96B70C0ADEFD}"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ABD46FE-DEDE-4F90-8969-AA24D6451BF4}" type="pres">
      <dgm:prSet presAssocID="{FFE5C75B-7933-434D-B754-96B70C0ADEFD}"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54221C2D-7873-472C-AF5A-E643B9AA7077}" type="pres">
      <dgm:prSet presAssocID="{FFE5C75B-7933-434D-B754-96B70C0ADEFD}" presName="rootText" presStyleLbl="node1" presStyleIdx="0" presStyleCnt="5"/>
      <dgm:spPr/>
      <dgm:t>
        <a:bodyPr/>
        <a:lstStyle/>
        <a:p>
          <a:endParaRPr lang="en-US"/>
        </a:p>
      </dgm:t>
    </dgm:pt>
    <dgm:pt modelId="{E163373C-DE33-44DD-9902-3DF58FD33446}" type="pres">
      <dgm:prSet presAssocID="{FFE5C75B-7933-434D-B754-96B70C0ADEFD}" presName="rootConnector" presStyleLbl="node1" presStyleIdx="0" presStyleCnt="5"/>
      <dgm:spPr/>
      <dgm:t>
        <a:bodyPr/>
        <a:lstStyle/>
        <a:p>
          <a:endParaRPr lang="en-US"/>
        </a:p>
      </dgm:t>
    </dgm:pt>
    <dgm:pt modelId="{6E6C1988-26D3-40CF-8B16-6FC8CB045F5A}" type="pres">
      <dgm:prSet presAssocID="{FFE5C75B-7933-434D-B754-96B70C0ADEFD}"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E6C5C83-99F6-4AE2-AD71-44868E789F9A}" type="pres">
      <dgm:prSet presAssocID="{835F176D-FCD1-40A5-A125-A8058548611E}"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85022A8-AA98-408B-BF93-B6597D5ADE1E}" type="pres">
      <dgm:prSet presAssocID="{835F176D-FCD1-40A5-A125-A8058548611E}"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8696E3DB-0DC7-4FE7-8F42-BAE642BBC242}" type="pres">
      <dgm:prSet presAssocID="{835F176D-FCD1-40A5-A125-A8058548611E}" presName="rootText" presStyleLbl="node1" presStyleIdx="1" presStyleCnt="5"/>
      <dgm:spPr/>
      <dgm:t>
        <a:bodyPr/>
        <a:lstStyle/>
        <a:p>
          <a:endParaRPr lang="en-US"/>
        </a:p>
      </dgm:t>
    </dgm:pt>
    <dgm:pt modelId="{23E683B0-20A6-4DA7-A071-EDEA036FFD3A}" type="pres">
      <dgm:prSet presAssocID="{835F176D-FCD1-40A5-A125-A8058548611E}" presName="rootConnector" presStyleLbl="node1" presStyleIdx="1" presStyleCnt="5"/>
      <dgm:spPr/>
      <dgm:t>
        <a:bodyPr/>
        <a:lstStyle/>
        <a:p>
          <a:endParaRPr lang="en-US"/>
        </a:p>
      </dgm:t>
    </dgm:pt>
    <dgm:pt modelId="{7EFA5C94-441A-48DE-9FFF-2654BD3F109F}" type="pres">
      <dgm:prSet presAssocID="{835F176D-FCD1-40A5-A125-A8058548611E}"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F1035130-96F0-41F5-9347-066777AF7374}" type="pres">
      <dgm:prSet presAssocID="{F92A5A6B-C172-4326-870F-39E835D968D5}"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AB2FAFF-6816-42D9-B0A9-EDFA2BA63F51}" type="pres">
      <dgm:prSet presAssocID="{F92A5A6B-C172-4326-870F-39E835D968D5}"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05F7992-6DB9-4544-A82B-C31460FF33A8}" type="pres">
      <dgm:prSet presAssocID="{F92A5A6B-C172-4326-870F-39E835D968D5}" presName="rootText" presStyleLbl="node1" presStyleIdx="2" presStyleCnt="5"/>
      <dgm:spPr/>
      <dgm:t>
        <a:bodyPr/>
        <a:lstStyle/>
        <a:p>
          <a:endParaRPr lang="en-US"/>
        </a:p>
      </dgm:t>
    </dgm:pt>
    <dgm:pt modelId="{63A2CF0E-9540-4240-B4C4-E8A32674C00C}" type="pres">
      <dgm:prSet presAssocID="{F92A5A6B-C172-4326-870F-39E835D968D5}" presName="rootConnector" presStyleLbl="node1" presStyleIdx="2" presStyleCnt="5"/>
      <dgm:spPr/>
      <dgm:t>
        <a:bodyPr/>
        <a:lstStyle/>
        <a:p>
          <a:endParaRPr lang="en-US"/>
        </a:p>
      </dgm:t>
    </dgm:pt>
    <dgm:pt modelId="{771FD8E9-80AE-45E8-BE15-DEB604B181E2}" type="pres">
      <dgm:prSet presAssocID="{F92A5A6B-C172-4326-870F-39E835D968D5}"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18669AE-302B-4109-B222-43AF4DBB653A}" type="pres">
      <dgm:prSet presAssocID="{163BE503-8C68-4FD2-B7C6-F791E71B4C57}"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C28C721-B391-4542-B414-3254AD27A8E1}" type="pres">
      <dgm:prSet presAssocID="{163BE503-8C68-4FD2-B7C6-F791E71B4C57}"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711A7C1A-1D74-4871-9272-63688CEA9840}" type="pres">
      <dgm:prSet presAssocID="{163BE503-8C68-4FD2-B7C6-F791E71B4C57}" presName="rootText" presStyleLbl="node1" presStyleIdx="3" presStyleCnt="5"/>
      <dgm:spPr/>
      <dgm:t>
        <a:bodyPr/>
        <a:lstStyle/>
        <a:p>
          <a:endParaRPr lang="en-US"/>
        </a:p>
      </dgm:t>
    </dgm:pt>
    <dgm:pt modelId="{A4C2F696-5B9E-48E1-8DD5-CE18D4799066}" type="pres">
      <dgm:prSet presAssocID="{163BE503-8C68-4FD2-B7C6-F791E71B4C57}" presName="rootConnector" presStyleLbl="node1" presStyleIdx="3" presStyleCnt="5"/>
      <dgm:spPr/>
      <dgm:t>
        <a:bodyPr/>
        <a:lstStyle/>
        <a:p>
          <a:endParaRPr lang="en-US"/>
        </a:p>
      </dgm:t>
    </dgm:pt>
    <dgm:pt modelId="{0F381101-694C-48FF-A599-7F30B854A510}" type="pres">
      <dgm:prSet presAssocID="{163BE503-8C68-4FD2-B7C6-F791E71B4C57}"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CBD544D-9936-44AC-81B0-4088E83D2C6A}" type="pres">
      <dgm:prSet presAssocID="{EA74A106-5B0F-4EB9-AD0A-C22443D23D7F}" presName="root"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9027B41-60CA-41DD-8B74-448884A8A27F}" type="pres">
      <dgm:prSet presAssocID="{EA74A106-5B0F-4EB9-AD0A-C22443D23D7F}" presName="rootComposit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6A67F809-1B9C-4D53-BB5E-9058653DB9C3}" type="pres">
      <dgm:prSet presAssocID="{EA74A106-5B0F-4EB9-AD0A-C22443D23D7F}" presName="rootText" presStyleLbl="node1" presStyleIdx="4" presStyleCnt="5"/>
      <dgm:spPr/>
      <dgm:t>
        <a:bodyPr/>
        <a:lstStyle/>
        <a:p>
          <a:endParaRPr lang="en-US"/>
        </a:p>
      </dgm:t>
    </dgm:pt>
    <dgm:pt modelId="{3808313F-6C74-410E-B83D-27859DEBADF4}" type="pres">
      <dgm:prSet presAssocID="{EA74A106-5B0F-4EB9-AD0A-C22443D23D7F}" presName="rootConnector" presStyleLbl="node1" presStyleIdx="4" presStyleCnt="5"/>
      <dgm:spPr/>
      <dgm:t>
        <a:bodyPr/>
        <a:lstStyle/>
        <a:p>
          <a:endParaRPr lang="en-US"/>
        </a:p>
      </dgm:t>
    </dgm:pt>
    <dgm:pt modelId="{79C9D8E2-EDAF-4275-A865-922CA18E856F}" type="pres">
      <dgm:prSet presAssocID="{EA74A106-5B0F-4EB9-AD0A-C22443D23D7F}" presName="childShape"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496C55AE-45E1-432E-832A-B41D9835994C}" type="pres">
      <dgm:prSet presAssocID="{4F8EF19C-57D6-497D-939F-BA894689D492}" presName="Name13" presStyleLbl="parChTrans1D2" presStyleIdx="0" presStyleCnt="2"/>
      <dgm:spPr/>
      <dgm:t>
        <a:bodyPr/>
        <a:lstStyle/>
        <a:p>
          <a:endParaRPr lang="en-US"/>
        </a:p>
      </dgm:t>
    </dgm:pt>
    <dgm:pt modelId="{B376FA27-412C-4C46-BBF5-CEF018B9D68B}" type="pres">
      <dgm:prSet presAssocID="{E7492A95-08C3-4276-9651-6BA2372BD9FC}" presName="childText" presStyleLbl="bgAcc1" presStyleIdx="0" presStyleCnt="2" custScaleX="140885">
        <dgm:presLayoutVars>
          <dgm:bulletEnabled val="1"/>
        </dgm:presLayoutVars>
      </dgm:prSet>
      <dgm:spPr/>
      <dgm:t>
        <a:bodyPr/>
        <a:lstStyle/>
        <a:p>
          <a:endParaRPr lang="en-US"/>
        </a:p>
      </dgm:t>
    </dgm:pt>
    <dgm:pt modelId="{9CBFEECC-55BB-4F37-9320-AC5B0092D423}" type="pres">
      <dgm:prSet presAssocID="{AD4B496D-2E1F-4316-95D9-27DDD616F386}" presName="Name13" presStyleLbl="parChTrans1D2" presStyleIdx="1" presStyleCnt="2"/>
      <dgm:spPr/>
      <dgm:t>
        <a:bodyPr/>
        <a:lstStyle/>
        <a:p>
          <a:endParaRPr lang="en-US"/>
        </a:p>
      </dgm:t>
    </dgm:pt>
    <dgm:pt modelId="{311B9C08-41CF-45D3-908E-B6B3E223CC8C}" type="pres">
      <dgm:prSet presAssocID="{7CD02C51-C03D-44E7-84B0-0AC4D570564A}" presName="childText" presStyleLbl="bgAcc1" presStyleIdx="1" presStyleCnt="2" custScaleX="138024" custLinFactNeighborX="5189" custLinFactNeighborY="-2076">
        <dgm:presLayoutVars>
          <dgm:bulletEnabled val="1"/>
        </dgm:presLayoutVars>
      </dgm:prSet>
      <dgm:spPr/>
      <dgm:t>
        <a:bodyPr/>
        <a:lstStyle/>
        <a:p>
          <a:endParaRPr lang="en-US"/>
        </a:p>
      </dgm:t>
    </dgm:pt>
  </dgm:ptLst>
  <dgm:cxnLst>
    <dgm:cxn modelId="{BFFFF95C-AC7E-4B42-8D37-63349963E36B}" type="presOf" srcId="{7CD02C51-C03D-44E7-84B0-0AC4D570564A}" destId="{311B9C08-41CF-45D3-908E-B6B3E223CC8C}" srcOrd="0" destOrd="0" presId="urn:microsoft.com/office/officeart/2005/8/layout/hierarchy3"/>
    <dgm:cxn modelId="{13F4BF6E-B804-45E4-B4AB-72D63834DDA8}" type="presOf" srcId="{EA74A106-5B0F-4EB9-AD0A-C22443D23D7F}" destId="{6A67F809-1B9C-4D53-BB5E-9058653DB9C3}" srcOrd="0" destOrd="0" presId="urn:microsoft.com/office/officeart/2005/8/layout/hierarchy3"/>
    <dgm:cxn modelId="{B671139C-29BC-46C3-A0FA-3FAF224B979B}" type="presOf" srcId="{34A77984-C500-4040-9B41-E35D00ED84F5}" destId="{12E3A7CC-FAB8-4F84-9474-AB1F6742EC63}" srcOrd="0" destOrd="0" presId="urn:microsoft.com/office/officeart/2005/8/layout/hierarchy3"/>
    <dgm:cxn modelId="{529287E8-6AA4-4AC2-A109-966B94AD28E7}" type="presOf" srcId="{E7492A95-08C3-4276-9651-6BA2372BD9FC}" destId="{B376FA27-412C-4C46-BBF5-CEF018B9D68B}" srcOrd="0" destOrd="0" presId="urn:microsoft.com/office/officeart/2005/8/layout/hierarchy3"/>
    <dgm:cxn modelId="{4BCACB1A-95AC-4892-8856-ECC7D3F9ADDA}" srcId="{34A77984-C500-4040-9B41-E35D00ED84F5}" destId="{F92A5A6B-C172-4326-870F-39E835D968D5}" srcOrd="2" destOrd="0" parTransId="{9D868A5A-679E-48FB-ABD9-5426910FA674}" sibTransId="{A984F750-B6AD-4DBA-BC03-1D6DC362FCBB}"/>
    <dgm:cxn modelId="{EC149B0A-E662-40C5-B4E9-0D2ED3EFE5DC}" type="presOf" srcId="{163BE503-8C68-4FD2-B7C6-F791E71B4C57}" destId="{711A7C1A-1D74-4871-9272-63688CEA9840}" srcOrd="0" destOrd="0" presId="urn:microsoft.com/office/officeart/2005/8/layout/hierarchy3"/>
    <dgm:cxn modelId="{E961E1FC-B8F1-4BC1-948A-F7100EE861F4}" srcId="{34A77984-C500-4040-9B41-E35D00ED84F5}" destId="{835F176D-FCD1-40A5-A125-A8058548611E}" srcOrd="1" destOrd="0" parTransId="{5F817BAD-6692-40DC-ACB1-867BD06396DD}" sibTransId="{CDA5D6C1-1C3E-4CA2-A93F-654D4CFEF5EF}"/>
    <dgm:cxn modelId="{A05B2B3B-0CDB-46A4-A4ED-4026BB5C0796}" type="presOf" srcId="{FFE5C75B-7933-434D-B754-96B70C0ADEFD}" destId="{E163373C-DE33-44DD-9902-3DF58FD33446}" srcOrd="1" destOrd="0" presId="urn:microsoft.com/office/officeart/2005/8/layout/hierarchy3"/>
    <dgm:cxn modelId="{AA979D26-7D36-48F1-B438-975022667604}" srcId="{EA74A106-5B0F-4EB9-AD0A-C22443D23D7F}" destId="{7CD02C51-C03D-44E7-84B0-0AC4D570564A}" srcOrd="1" destOrd="0" parTransId="{AD4B496D-2E1F-4316-95D9-27DDD616F386}" sibTransId="{66F0E785-DE67-4D83-8E17-ADD3609D1EA2}"/>
    <dgm:cxn modelId="{D773E1EB-7EB6-4CE3-8E70-8448692B3F99}" type="presOf" srcId="{F92A5A6B-C172-4326-870F-39E835D968D5}" destId="{63A2CF0E-9540-4240-B4C4-E8A32674C00C}" srcOrd="1" destOrd="0" presId="urn:microsoft.com/office/officeart/2005/8/layout/hierarchy3"/>
    <dgm:cxn modelId="{0AD5487B-5377-40E7-95DD-6F17DCA81486}" type="presOf" srcId="{835F176D-FCD1-40A5-A125-A8058548611E}" destId="{23E683B0-20A6-4DA7-A071-EDEA036FFD3A}" srcOrd="1" destOrd="0" presId="urn:microsoft.com/office/officeart/2005/8/layout/hierarchy3"/>
    <dgm:cxn modelId="{3F21B32A-1728-40D2-886D-3308ECAFEBDE}" type="presOf" srcId="{EA74A106-5B0F-4EB9-AD0A-C22443D23D7F}" destId="{3808313F-6C74-410E-B83D-27859DEBADF4}" srcOrd="1" destOrd="0" presId="urn:microsoft.com/office/officeart/2005/8/layout/hierarchy3"/>
    <dgm:cxn modelId="{AF8CDFAE-8920-4D46-A5C6-813138EF4837}" type="presOf" srcId="{F92A5A6B-C172-4326-870F-39E835D968D5}" destId="{405F7992-6DB9-4544-A82B-C31460FF33A8}" srcOrd="0" destOrd="0" presId="urn:microsoft.com/office/officeart/2005/8/layout/hierarchy3"/>
    <dgm:cxn modelId="{D7E5858E-D336-4D01-AB27-537C7761185A}" type="presOf" srcId="{835F176D-FCD1-40A5-A125-A8058548611E}" destId="{8696E3DB-0DC7-4FE7-8F42-BAE642BBC242}" srcOrd="0" destOrd="0" presId="urn:microsoft.com/office/officeart/2005/8/layout/hierarchy3"/>
    <dgm:cxn modelId="{48DDFFF5-E889-458A-8A87-72EA92B35ABF}" srcId="{34A77984-C500-4040-9B41-E35D00ED84F5}" destId="{EA74A106-5B0F-4EB9-AD0A-C22443D23D7F}" srcOrd="4" destOrd="0" parTransId="{F51DE13F-9FE6-498A-9A46-8C538AC355D7}" sibTransId="{AB38FE45-D65E-46E9-9EAD-AD9AC9880C2C}"/>
    <dgm:cxn modelId="{70C305D4-0E93-4A98-AD06-EAB72D0A959E}" srcId="{34A77984-C500-4040-9B41-E35D00ED84F5}" destId="{163BE503-8C68-4FD2-B7C6-F791E71B4C57}" srcOrd="3" destOrd="0" parTransId="{F6A4A90B-1135-47C4-831D-0DFEE4FA7781}" sibTransId="{75BE54C2-7DB6-48A2-A82E-33A7CF340BA3}"/>
    <dgm:cxn modelId="{85028039-B7BA-49E7-97D1-581E24AB937F}" type="presOf" srcId="{4F8EF19C-57D6-497D-939F-BA894689D492}" destId="{496C55AE-45E1-432E-832A-B41D9835994C}" srcOrd="0" destOrd="0" presId="urn:microsoft.com/office/officeart/2005/8/layout/hierarchy3"/>
    <dgm:cxn modelId="{B0B885E4-FDCF-4C10-AFC8-6915A5EDE2A3}" type="presOf" srcId="{163BE503-8C68-4FD2-B7C6-F791E71B4C57}" destId="{A4C2F696-5B9E-48E1-8DD5-CE18D4799066}" srcOrd="1" destOrd="0" presId="urn:microsoft.com/office/officeart/2005/8/layout/hierarchy3"/>
    <dgm:cxn modelId="{5D47BA4C-C5CF-4E85-B9B9-71881CC5AD40}" type="presOf" srcId="{AD4B496D-2E1F-4316-95D9-27DDD616F386}" destId="{9CBFEECC-55BB-4F37-9320-AC5B0092D423}" srcOrd="0" destOrd="0" presId="urn:microsoft.com/office/officeart/2005/8/layout/hierarchy3"/>
    <dgm:cxn modelId="{469A7BD5-1A61-41EC-B8CD-F0355150BA64}" srcId="{EA74A106-5B0F-4EB9-AD0A-C22443D23D7F}" destId="{E7492A95-08C3-4276-9651-6BA2372BD9FC}" srcOrd="0" destOrd="0" parTransId="{4F8EF19C-57D6-497D-939F-BA894689D492}" sibTransId="{7D699F63-8746-4A0D-AC7D-A87626EB4510}"/>
    <dgm:cxn modelId="{8EB72CB7-E083-4E21-857C-50813FDEDDCB}" type="presOf" srcId="{FFE5C75B-7933-434D-B754-96B70C0ADEFD}" destId="{54221C2D-7873-472C-AF5A-E643B9AA7077}" srcOrd="0" destOrd="0" presId="urn:microsoft.com/office/officeart/2005/8/layout/hierarchy3"/>
    <dgm:cxn modelId="{8BB6EEE8-2CBD-4F75-A5EF-32E3A780A53A}" srcId="{34A77984-C500-4040-9B41-E35D00ED84F5}" destId="{FFE5C75B-7933-434D-B754-96B70C0ADEFD}" srcOrd="0" destOrd="0" parTransId="{CD0FE32E-4647-40A6-980E-5DF5ECECD6A1}" sibTransId="{9AB9571D-2A75-43E5-A59C-665CEAEEFFCC}"/>
    <dgm:cxn modelId="{05428995-8D12-431C-A142-45B0A69F235C}" type="presParOf" srcId="{12E3A7CC-FAB8-4F84-9474-AB1F6742EC63}" destId="{7D1A2914-2102-4842-A4F8-2FB990B87F51}" srcOrd="0" destOrd="0" presId="urn:microsoft.com/office/officeart/2005/8/layout/hierarchy3"/>
    <dgm:cxn modelId="{D2054416-11C1-434C-9A66-353CF42CE2A0}" type="presParOf" srcId="{7D1A2914-2102-4842-A4F8-2FB990B87F51}" destId="{0ABD46FE-DEDE-4F90-8969-AA24D6451BF4}" srcOrd="0" destOrd="0" presId="urn:microsoft.com/office/officeart/2005/8/layout/hierarchy3"/>
    <dgm:cxn modelId="{C8DCCF99-AC0F-4918-9701-6D124F618B23}" type="presParOf" srcId="{0ABD46FE-DEDE-4F90-8969-AA24D6451BF4}" destId="{54221C2D-7873-472C-AF5A-E643B9AA7077}" srcOrd="0" destOrd="0" presId="urn:microsoft.com/office/officeart/2005/8/layout/hierarchy3"/>
    <dgm:cxn modelId="{B4AE7111-20EE-4BA2-B194-EAC183C106AB}" type="presParOf" srcId="{0ABD46FE-DEDE-4F90-8969-AA24D6451BF4}" destId="{E163373C-DE33-44DD-9902-3DF58FD33446}" srcOrd="1" destOrd="0" presId="urn:microsoft.com/office/officeart/2005/8/layout/hierarchy3"/>
    <dgm:cxn modelId="{096A487C-0282-4F56-B894-536BC804C631}" type="presParOf" srcId="{7D1A2914-2102-4842-A4F8-2FB990B87F51}" destId="{6E6C1988-26D3-40CF-8B16-6FC8CB045F5A}" srcOrd="1" destOrd="0" presId="urn:microsoft.com/office/officeart/2005/8/layout/hierarchy3"/>
    <dgm:cxn modelId="{D4C9AAE4-89BF-4120-AE7B-0B7599040D62}" type="presParOf" srcId="{12E3A7CC-FAB8-4F84-9474-AB1F6742EC63}" destId="{7E6C5C83-99F6-4AE2-AD71-44868E789F9A}" srcOrd="1" destOrd="0" presId="urn:microsoft.com/office/officeart/2005/8/layout/hierarchy3"/>
    <dgm:cxn modelId="{3AE0D7EC-0EF9-4295-AA8A-F198ADFC384A}" type="presParOf" srcId="{7E6C5C83-99F6-4AE2-AD71-44868E789F9A}" destId="{B85022A8-AA98-408B-BF93-B6597D5ADE1E}" srcOrd="0" destOrd="0" presId="urn:microsoft.com/office/officeart/2005/8/layout/hierarchy3"/>
    <dgm:cxn modelId="{20322C2B-D2F8-41F0-9F3A-80CD39937D04}" type="presParOf" srcId="{B85022A8-AA98-408B-BF93-B6597D5ADE1E}" destId="{8696E3DB-0DC7-4FE7-8F42-BAE642BBC242}" srcOrd="0" destOrd="0" presId="urn:microsoft.com/office/officeart/2005/8/layout/hierarchy3"/>
    <dgm:cxn modelId="{24E3BCA1-1D5A-4BD8-86AA-2E29DD9AFC99}" type="presParOf" srcId="{B85022A8-AA98-408B-BF93-B6597D5ADE1E}" destId="{23E683B0-20A6-4DA7-A071-EDEA036FFD3A}" srcOrd="1" destOrd="0" presId="urn:microsoft.com/office/officeart/2005/8/layout/hierarchy3"/>
    <dgm:cxn modelId="{583DF554-6BC8-4889-990B-A679245DCA54}" type="presParOf" srcId="{7E6C5C83-99F6-4AE2-AD71-44868E789F9A}" destId="{7EFA5C94-441A-48DE-9FFF-2654BD3F109F}" srcOrd="1" destOrd="0" presId="urn:microsoft.com/office/officeart/2005/8/layout/hierarchy3"/>
    <dgm:cxn modelId="{43A01D96-F219-4F86-844B-53906EC61033}" type="presParOf" srcId="{12E3A7CC-FAB8-4F84-9474-AB1F6742EC63}" destId="{F1035130-96F0-41F5-9347-066777AF7374}" srcOrd="2" destOrd="0" presId="urn:microsoft.com/office/officeart/2005/8/layout/hierarchy3"/>
    <dgm:cxn modelId="{4CDA7BFA-DFF5-4936-94DE-7A9669B19F82}" type="presParOf" srcId="{F1035130-96F0-41F5-9347-066777AF7374}" destId="{DAB2FAFF-6816-42D9-B0A9-EDFA2BA63F51}" srcOrd="0" destOrd="0" presId="urn:microsoft.com/office/officeart/2005/8/layout/hierarchy3"/>
    <dgm:cxn modelId="{78436988-92F4-4913-A2AD-14B3A9EE0361}" type="presParOf" srcId="{DAB2FAFF-6816-42D9-B0A9-EDFA2BA63F51}" destId="{405F7992-6DB9-4544-A82B-C31460FF33A8}" srcOrd="0" destOrd="0" presId="urn:microsoft.com/office/officeart/2005/8/layout/hierarchy3"/>
    <dgm:cxn modelId="{3188F166-2A95-443A-B34D-23C7DFCE57B4}" type="presParOf" srcId="{DAB2FAFF-6816-42D9-B0A9-EDFA2BA63F51}" destId="{63A2CF0E-9540-4240-B4C4-E8A32674C00C}" srcOrd="1" destOrd="0" presId="urn:microsoft.com/office/officeart/2005/8/layout/hierarchy3"/>
    <dgm:cxn modelId="{FB84ED73-7FF5-40CF-BC38-357FCD3D42A2}" type="presParOf" srcId="{F1035130-96F0-41F5-9347-066777AF7374}" destId="{771FD8E9-80AE-45E8-BE15-DEB604B181E2}" srcOrd="1" destOrd="0" presId="urn:microsoft.com/office/officeart/2005/8/layout/hierarchy3"/>
    <dgm:cxn modelId="{A4B7E9E0-D6CE-4CC7-B73F-46C8D0A10EF3}" type="presParOf" srcId="{12E3A7CC-FAB8-4F84-9474-AB1F6742EC63}" destId="{618669AE-302B-4109-B222-43AF4DBB653A}" srcOrd="3" destOrd="0" presId="urn:microsoft.com/office/officeart/2005/8/layout/hierarchy3"/>
    <dgm:cxn modelId="{10E54A2D-7A68-4C10-90DF-35462B36B2B0}" type="presParOf" srcId="{618669AE-302B-4109-B222-43AF4DBB653A}" destId="{0C28C721-B391-4542-B414-3254AD27A8E1}" srcOrd="0" destOrd="0" presId="urn:microsoft.com/office/officeart/2005/8/layout/hierarchy3"/>
    <dgm:cxn modelId="{B8A838A0-541D-4FDC-8C1C-64F2214A0DCB}" type="presParOf" srcId="{0C28C721-B391-4542-B414-3254AD27A8E1}" destId="{711A7C1A-1D74-4871-9272-63688CEA9840}" srcOrd="0" destOrd="0" presId="urn:microsoft.com/office/officeart/2005/8/layout/hierarchy3"/>
    <dgm:cxn modelId="{D66B3C29-FA25-4D19-90F3-4631DF13348D}" type="presParOf" srcId="{0C28C721-B391-4542-B414-3254AD27A8E1}" destId="{A4C2F696-5B9E-48E1-8DD5-CE18D4799066}" srcOrd="1" destOrd="0" presId="urn:microsoft.com/office/officeart/2005/8/layout/hierarchy3"/>
    <dgm:cxn modelId="{5576E306-6861-4DA2-A80F-E425065C5D4E}" type="presParOf" srcId="{618669AE-302B-4109-B222-43AF4DBB653A}" destId="{0F381101-694C-48FF-A599-7F30B854A510}" srcOrd="1" destOrd="0" presId="urn:microsoft.com/office/officeart/2005/8/layout/hierarchy3"/>
    <dgm:cxn modelId="{77C93166-F7A6-4C3D-975C-0555FC748741}" type="presParOf" srcId="{12E3A7CC-FAB8-4F84-9474-AB1F6742EC63}" destId="{6CBD544D-9936-44AC-81B0-4088E83D2C6A}" srcOrd="4" destOrd="0" presId="urn:microsoft.com/office/officeart/2005/8/layout/hierarchy3"/>
    <dgm:cxn modelId="{F04E184A-C1C1-4D62-B751-1413528B6E82}" type="presParOf" srcId="{6CBD544D-9936-44AC-81B0-4088E83D2C6A}" destId="{D9027B41-60CA-41DD-8B74-448884A8A27F}" srcOrd="0" destOrd="0" presId="urn:microsoft.com/office/officeart/2005/8/layout/hierarchy3"/>
    <dgm:cxn modelId="{DDBF1443-AF8C-4512-99AD-534DD957F37A}" type="presParOf" srcId="{D9027B41-60CA-41DD-8B74-448884A8A27F}" destId="{6A67F809-1B9C-4D53-BB5E-9058653DB9C3}" srcOrd="0" destOrd="0" presId="urn:microsoft.com/office/officeart/2005/8/layout/hierarchy3"/>
    <dgm:cxn modelId="{6F2C3824-DE69-47BE-8905-5CCC442CDF5A}" type="presParOf" srcId="{D9027B41-60CA-41DD-8B74-448884A8A27F}" destId="{3808313F-6C74-410E-B83D-27859DEBADF4}" srcOrd="1" destOrd="0" presId="urn:microsoft.com/office/officeart/2005/8/layout/hierarchy3"/>
    <dgm:cxn modelId="{1A2EE6B6-8005-4A17-BCCE-52B40D2A358A}" type="presParOf" srcId="{6CBD544D-9936-44AC-81B0-4088E83D2C6A}" destId="{79C9D8E2-EDAF-4275-A865-922CA18E856F}" srcOrd="1" destOrd="0" presId="urn:microsoft.com/office/officeart/2005/8/layout/hierarchy3"/>
    <dgm:cxn modelId="{DB793846-7BD2-4CA8-9261-39AE0B06F37D}" type="presParOf" srcId="{79C9D8E2-EDAF-4275-A865-922CA18E856F}" destId="{496C55AE-45E1-432E-832A-B41D9835994C}" srcOrd="0" destOrd="0" presId="urn:microsoft.com/office/officeart/2005/8/layout/hierarchy3"/>
    <dgm:cxn modelId="{916166AF-37C9-4E3A-A303-01460111F053}" type="presParOf" srcId="{79C9D8E2-EDAF-4275-A865-922CA18E856F}" destId="{B376FA27-412C-4C46-BBF5-CEF018B9D68B}" srcOrd="1" destOrd="0" presId="urn:microsoft.com/office/officeart/2005/8/layout/hierarchy3"/>
    <dgm:cxn modelId="{EAF3A336-694E-4B08-BA8B-9583EDA84333}" type="presParOf" srcId="{79C9D8E2-EDAF-4275-A865-922CA18E856F}" destId="{9CBFEECC-55BB-4F37-9320-AC5B0092D423}" srcOrd="2" destOrd="0" presId="urn:microsoft.com/office/officeart/2005/8/layout/hierarchy3"/>
    <dgm:cxn modelId="{93885023-B391-4DDA-BE2A-BC1E01032D42}" type="presParOf" srcId="{79C9D8E2-EDAF-4275-A865-922CA18E856F}" destId="{311B9C08-41CF-45D3-908E-B6B3E223CC8C}" srcOrd="3" destOrd="0" presId="urn:microsoft.com/office/officeart/2005/8/layout/hierarchy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A8036EE-D816-4A78-88B3-9270200CD90A}">
      <dsp:nvSpPr>
        <dsp:cNvPr id="0" name=""/>
        <dsp:cNvSpPr/>
      </dsp:nvSpPr>
      <dsp:spPr>
        <a:xfrm rot="5400000">
          <a:off x="145647" y="-171794"/>
          <a:ext cx="1008657" cy="1364828"/>
        </a:xfrm>
        <a:prstGeom prst="chevron">
          <a:avLst/>
        </a:prstGeom>
        <a:solidFill>
          <a:schemeClr val="bg2">
            <a:lumMod val="90000"/>
          </a:schemeClr>
        </a:solidFill>
        <a:ln w="12700" cap="rnd"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Importing</a:t>
          </a:r>
          <a:r>
            <a:rPr lang="en-US" sz="2200" b="1" kern="1200" dirty="0"/>
            <a:t>  </a:t>
          </a:r>
        </a:p>
      </dsp:txBody>
      <dsp:txXfrm rot="5400000">
        <a:off x="145647" y="-171794"/>
        <a:ext cx="1008657" cy="1364828"/>
      </dsp:txXfrm>
    </dsp:sp>
    <dsp:sp modelId="{F227DC31-4E2C-42BB-B3B3-0E75A5A36A2B}">
      <dsp:nvSpPr>
        <dsp:cNvPr id="0" name=""/>
        <dsp:cNvSpPr/>
      </dsp:nvSpPr>
      <dsp:spPr>
        <a:xfrm rot="5400000">
          <a:off x="3604943" y="-2292640"/>
          <a:ext cx="655627" cy="5250475"/>
        </a:xfrm>
        <a:prstGeom prst="round2Same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They are imported.</a:t>
          </a:r>
        </a:p>
        <a:p>
          <a:pPr marL="114300" lvl="1" indent="-114300" algn="l" defTabSz="533400">
            <a:lnSpc>
              <a:spcPct val="90000"/>
            </a:lnSpc>
            <a:spcBef>
              <a:spcPct val="0"/>
            </a:spcBef>
            <a:spcAft>
              <a:spcPct val="15000"/>
            </a:spcAft>
            <a:buChar char="••"/>
          </a:pPr>
          <a:r>
            <a:rPr lang="en-US" sz="1200" kern="1200" dirty="0"/>
            <a:t>Random Sampling done.</a:t>
          </a:r>
        </a:p>
        <a:p>
          <a:pPr marL="114300" lvl="1" indent="-114300" algn="l" defTabSz="533400">
            <a:lnSpc>
              <a:spcPct val="90000"/>
            </a:lnSpc>
            <a:spcBef>
              <a:spcPct val="0"/>
            </a:spcBef>
            <a:spcAft>
              <a:spcPct val="15000"/>
            </a:spcAft>
            <a:buChar char="••"/>
          </a:pPr>
          <a:r>
            <a:rPr lang="en-US" sz="1200" kern="1200" dirty="0"/>
            <a:t>Approval by Packaging Dept. for use.</a:t>
          </a:r>
        </a:p>
      </dsp:txBody>
      <dsp:txXfrm rot="5400000">
        <a:off x="3604943" y="-2292640"/>
        <a:ext cx="655627" cy="5250475"/>
      </dsp:txXfrm>
    </dsp:sp>
    <dsp:sp modelId="{11B803AA-6854-4DF6-90AD-DE7D3CB10543}">
      <dsp:nvSpPr>
        <dsp:cNvPr id="0" name=""/>
        <dsp:cNvSpPr/>
      </dsp:nvSpPr>
      <dsp:spPr>
        <a:xfrm rot="5400000">
          <a:off x="120768" y="791147"/>
          <a:ext cx="1087221" cy="1321546"/>
        </a:xfrm>
        <a:prstGeom prst="chevron">
          <a:avLst/>
        </a:prstGeom>
        <a:solidFill>
          <a:schemeClr val="tx2">
            <a:lumMod val="40000"/>
            <a:lumOff val="60000"/>
          </a:schemeClr>
        </a:solidFill>
        <a:ln w="12700" cap="rnd" cmpd="sng" algn="ctr">
          <a:solidFill>
            <a:schemeClr val="accent3">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Washing</a:t>
          </a:r>
        </a:p>
      </dsp:txBody>
      <dsp:txXfrm rot="5400000">
        <a:off x="120768" y="791147"/>
        <a:ext cx="1087221" cy="1321546"/>
      </dsp:txXfrm>
    </dsp:sp>
    <dsp:sp modelId="{2840B65E-4606-4916-B919-4CDA299F5B5D}">
      <dsp:nvSpPr>
        <dsp:cNvPr id="0" name=""/>
        <dsp:cNvSpPr/>
      </dsp:nvSpPr>
      <dsp:spPr>
        <a:xfrm rot="5400000">
          <a:off x="4811212" y="-2680015"/>
          <a:ext cx="764389" cy="7938352"/>
        </a:xfrm>
        <a:prstGeom prst="round2SameRect">
          <a:avLst/>
        </a:prstGeom>
        <a:solidFill>
          <a:schemeClr val="lt1">
            <a:alpha val="90000"/>
            <a:hueOff val="0"/>
            <a:satOff val="0"/>
            <a:lumOff val="0"/>
            <a:alphaOff val="0"/>
          </a:schemeClr>
        </a:solidFill>
        <a:ln w="12700" cap="rnd" cmpd="sng" algn="ctr">
          <a:solidFill>
            <a:schemeClr val="accent3">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The number of Ampoules/Vials are pre-decided a day before based on solution required.</a:t>
          </a:r>
        </a:p>
        <a:p>
          <a:pPr marL="114300" lvl="1" indent="-114300" algn="l" defTabSz="533400">
            <a:lnSpc>
              <a:spcPct val="90000"/>
            </a:lnSpc>
            <a:spcBef>
              <a:spcPct val="0"/>
            </a:spcBef>
            <a:spcAft>
              <a:spcPct val="15000"/>
            </a:spcAft>
            <a:buChar char="••"/>
          </a:pPr>
          <a:r>
            <a:rPr lang="en-US" sz="1200" kern="1200" dirty="0"/>
            <a:t>Two machines :  1) Only Ampoules   2) Both Ampoules and Vials.</a:t>
          </a:r>
        </a:p>
        <a:p>
          <a:pPr marL="114300" lvl="1" indent="-114300" algn="l" defTabSz="533400">
            <a:lnSpc>
              <a:spcPct val="90000"/>
            </a:lnSpc>
            <a:spcBef>
              <a:spcPct val="0"/>
            </a:spcBef>
            <a:spcAft>
              <a:spcPct val="15000"/>
            </a:spcAft>
            <a:buChar char="••"/>
          </a:pPr>
          <a:r>
            <a:rPr lang="en-US" sz="1200" kern="1200" dirty="0"/>
            <a:t>Arranged in trays after washing  and sent to DHS.</a:t>
          </a:r>
        </a:p>
        <a:p>
          <a:pPr marL="114300" lvl="1" indent="-114300" algn="l" defTabSz="533400">
            <a:lnSpc>
              <a:spcPct val="90000"/>
            </a:lnSpc>
            <a:spcBef>
              <a:spcPct val="0"/>
            </a:spcBef>
            <a:spcAft>
              <a:spcPct val="15000"/>
            </a:spcAft>
            <a:buChar char="••"/>
          </a:pPr>
          <a:r>
            <a:rPr lang="en-US" sz="1200" kern="1200" dirty="0"/>
            <a:t>Defects possible.</a:t>
          </a:r>
        </a:p>
      </dsp:txBody>
      <dsp:txXfrm rot="5400000">
        <a:off x="4811212" y="-2680015"/>
        <a:ext cx="764389" cy="7938352"/>
      </dsp:txXfrm>
    </dsp:sp>
    <dsp:sp modelId="{3D4234E4-B510-42CC-A64B-12C8A538DAC9}">
      <dsp:nvSpPr>
        <dsp:cNvPr id="0" name=""/>
        <dsp:cNvSpPr/>
      </dsp:nvSpPr>
      <dsp:spPr>
        <a:xfrm rot="5400000">
          <a:off x="119025" y="1785506"/>
          <a:ext cx="1008657" cy="1311584"/>
        </a:xfrm>
        <a:prstGeom prst="chevron">
          <a:avLst/>
        </a:prstGeom>
        <a:solidFill>
          <a:schemeClr val="accent1">
            <a:lumMod val="40000"/>
            <a:lumOff val="60000"/>
          </a:schemeClr>
        </a:solidFill>
        <a:ln w="12700" cap="rnd" cmpd="sng" algn="ctr">
          <a:solidFill>
            <a:schemeClr val="accent4">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DHS</a:t>
          </a:r>
        </a:p>
      </dsp:txBody>
      <dsp:txXfrm rot="5400000">
        <a:off x="119025" y="1785506"/>
        <a:ext cx="1008657" cy="1311584"/>
      </dsp:txXfrm>
    </dsp:sp>
    <dsp:sp modelId="{05141F2C-EBE9-4697-9FEF-69688A7FE815}">
      <dsp:nvSpPr>
        <dsp:cNvPr id="0" name=""/>
        <dsp:cNvSpPr/>
      </dsp:nvSpPr>
      <dsp:spPr>
        <a:xfrm rot="5400000">
          <a:off x="3957793" y="-766440"/>
          <a:ext cx="671834" cy="6034742"/>
        </a:xfrm>
        <a:prstGeom prst="round2SameRect">
          <a:avLst/>
        </a:prstGeom>
        <a:solidFill>
          <a:schemeClr val="lt1">
            <a:alpha val="90000"/>
            <a:hueOff val="0"/>
            <a:satOff val="0"/>
            <a:lumOff val="0"/>
            <a:alphaOff val="0"/>
          </a:schemeClr>
        </a:solidFill>
        <a:ln w="12700" cap="rnd" cmpd="sng" algn="ctr">
          <a:solidFill>
            <a:schemeClr val="accent4">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Dry Heating Sterilization.</a:t>
          </a:r>
        </a:p>
        <a:p>
          <a:pPr marL="114300" lvl="1" indent="-114300" algn="l" defTabSz="533400">
            <a:lnSpc>
              <a:spcPct val="90000"/>
            </a:lnSpc>
            <a:spcBef>
              <a:spcPct val="0"/>
            </a:spcBef>
            <a:spcAft>
              <a:spcPct val="15000"/>
            </a:spcAft>
            <a:buChar char="••"/>
          </a:pPr>
          <a:r>
            <a:rPr lang="en-US" sz="1200" kern="1200" dirty="0"/>
            <a:t>Chances of defects.</a:t>
          </a:r>
        </a:p>
      </dsp:txBody>
      <dsp:txXfrm rot="5400000">
        <a:off x="3957793" y="-766440"/>
        <a:ext cx="671834" cy="6034742"/>
      </dsp:txXfrm>
    </dsp:sp>
    <dsp:sp modelId="{D21C6EED-0905-411F-B5E3-42F0FFC1B80E}">
      <dsp:nvSpPr>
        <dsp:cNvPr id="0" name=""/>
        <dsp:cNvSpPr/>
      </dsp:nvSpPr>
      <dsp:spPr>
        <a:xfrm rot="5400000">
          <a:off x="160583" y="2681351"/>
          <a:ext cx="1008657" cy="1394701"/>
        </a:xfrm>
        <a:prstGeom prst="chevron">
          <a:avLst/>
        </a:prstGeom>
        <a:solidFill>
          <a:schemeClr val="accent2">
            <a:lumMod val="40000"/>
            <a:lumOff val="60000"/>
          </a:schemeClr>
        </a:solidFill>
        <a:ln w="12700" cap="rnd" cmpd="sng" algn="ctr">
          <a:solidFill>
            <a:schemeClr val="accent5">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Filling</a:t>
          </a:r>
        </a:p>
      </dsp:txBody>
      <dsp:txXfrm rot="5400000">
        <a:off x="160583" y="2681351"/>
        <a:ext cx="1008657" cy="1394701"/>
      </dsp:txXfrm>
    </dsp:sp>
    <dsp:sp modelId="{6B8C71FE-1BC8-40BD-AD4F-D4285F062ACA}">
      <dsp:nvSpPr>
        <dsp:cNvPr id="0" name=""/>
        <dsp:cNvSpPr/>
      </dsp:nvSpPr>
      <dsp:spPr>
        <a:xfrm rot="5400000">
          <a:off x="4250532" y="-22626"/>
          <a:ext cx="701521" cy="6482172"/>
        </a:xfrm>
        <a:prstGeom prst="round2SameRect">
          <a:avLst/>
        </a:prstGeom>
        <a:solidFill>
          <a:schemeClr val="lt1">
            <a:alpha val="90000"/>
            <a:hueOff val="0"/>
            <a:satOff val="0"/>
            <a:lumOff val="0"/>
            <a:alphaOff val="0"/>
          </a:schemeClr>
        </a:solidFill>
        <a:ln w="12700" cap="rnd" cmpd="sng" algn="ctr">
          <a:solidFill>
            <a:schemeClr val="accent5">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Solution is filled in Ampoules/Vials.</a:t>
          </a:r>
        </a:p>
        <a:p>
          <a:pPr marL="114300" lvl="1" indent="-114300" algn="l" defTabSz="533400">
            <a:lnSpc>
              <a:spcPct val="90000"/>
            </a:lnSpc>
            <a:spcBef>
              <a:spcPct val="0"/>
            </a:spcBef>
            <a:spcAft>
              <a:spcPct val="15000"/>
            </a:spcAft>
            <a:buChar char="••"/>
          </a:pPr>
          <a:r>
            <a:rPr lang="en-US" sz="1200" kern="1200" dirty="0"/>
            <a:t>They are sealed here.</a:t>
          </a:r>
        </a:p>
      </dsp:txBody>
      <dsp:txXfrm rot="5400000">
        <a:off x="4250532" y="-22626"/>
        <a:ext cx="701521" cy="6482172"/>
      </dsp:txXfrm>
    </dsp:sp>
    <dsp:sp modelId="{2FBFE571-B827-4B1D-B84F-3D03A54EB229}">
      <dsp:nvSpPr>
        <dsp:cNvPr id="0" name=""/>
        <dsp:cNvSpPr/>
      </dsp:nvSpPr>
      <dsp:spPr>
        <a:xfrm rot="5400000">
          <a:off x="171354" y="3585036"/>
          <a:ext cx="1008657" cy="1416243"/>
        </a:xfrm>
        <a:prstGeom prst="chevron">
          <a:avLst/>
        </a:prstGeom>
        <a:solidFill>
          <a:schemeClr val="accent3">
            <a:lumMod val="40000"/>
            <a:lumOff val="60000"/>
          </a:schemeClr>
        </a:solidFill>
        <a:ln w="12700" cap="rnd" cmpd="sng" algn="ctr">
          <a:solidFill>
            <a:schemeClr val="accent6">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a:solidFill>
                <a:schemeClr val="tx1"/>
              </a:solidFill>
            </a:rPr>
            <a:t>Visual Inspection</a:t>
          </a:r>
        </a:p>
      </dsp:txBody>
      <dsp:txXfrm rot="5400000">
        <a:off x="171354" y="3585036"/>
        <a:ext cx="1008657" cy="1416243"/>
      </dsp:txXfrm>
    </dsp:sp>
    <dsp:sp modelId="{6EAB2DDF-03A8-4556-BB68-B4D8B6EB9A46}">
      <dsp:nvSpPr>
        <dsp:cNvPr id="0" name=""/>
        <dsp:cNvSpPr/>
      </dsp:nvSpPr>
      <dsp:spPr>
        <a:xfrm rot="5400000">
          <a:off x="4852986" y="274893"/>
          <a:ext cx="655627" cy="7648998"/>
        </a:xfrm>
        <a:prstGeom prst="round2SameRect">
          <a:avLst/>
        </a:prstGeom>
        <a:solidFill>
          <a:schemeClr val="lt1">
            <a:alpha val="90000"/>
            <a:hueOff val="0"/>
            <a:satOff val="0"/>
            <a:lumOff val="0"/>
            <a:alphaOff val="0"/>
          </a:schemeClr>
        </a:soli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Sealed Ampoules/Vials are checked for :Black Particles, Glass, Empty or broken products</a:t>
          </a:r>
        </a:p>
        <a:p>
          <a:pPr marL="114300" lvl="1" indent="-114300" algn="l" defTabSz="533400">
            <a:lnSpc>
              <a:spcPct val="90000"/>
            </a:lnSpc>
            <a:spcBef>
              <a:spcPct val="0"/>
            </a:spcBef>
            <a:spcAft>
              <a:spcPct val="15000"/>
            </a:spcAft>
            <a:buChar char="••"/>
          </a:pPr>
          <a:r>
            <a:rPr lang="en-US" sz="1200" kern="1200" dirty="0"/>
            <a:t>More chances of defects (5%).</a:t>
          </a:r>
        </a:p>
      </dsp:txBody>
      <dsp:txXfrm rot="5400000">
        <a:off x="4852986" y="274893"/>
        <a:ext cx="655627" cy="7648998"/>
      </dsp:txXfrm>
    </dsp:sp>
    <dsp:sp modelId="{032366CA-2FC4-44CF-98C3-98DC90E0E33C}">
      <dsp:nvSpPr>
        <dsp:cNvPr id="0" name=""/>
        <dsp:cNvSpPr/>
      </dsp:nvSpPr>
      <dsp:spPr>
        <a:xfrm rot="5400000">
          <a:off x="143144" y="4545250"/>
          <a:ext cx="1008657" cy="1359822"/>
        </a:xfrm>
        <a:prstGeom prst="chevron">
          <a:avLst/>
        </a:prstGeom>
        <a:solidFill>
          <a:schemeClr val="accent4">
            <a:lumMod val="40000"/>
            <a:lumOff val="60000"/>
          </a:schemeClr>
        </a:solidFill>
        <a:ln w="12700" cap="rnd"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1">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a:solidFill>
                <a:schemeClr val="tx1"/>
              </a:solidFill>
            </a:rPr>
            <a:t>Dispatch</a:t>
          </a:r>
        </a:p>
      </dsp:txBody>
      <dsp:txXfrm rot="5400000">
        <a:off x="143144" y="4545250"/>
        <a:ext cx="1008657" cy="1359822"/>
      </dsp:txXfrm>
    </dsp:sp>
    <dsp:sp modelId="{4E26C2DD-D236-463C-B477-5DF6F0A38892}">
      <dsp:nvSpPr>
        <dsp:cNvPr id="0" name=""/>
        <dsp:cNvSpPr/>
      </dsp:nvSpPr>
      <dsp:spPr>
        <a:xfrm rot="5400000">
          <a:off x="4552826" y="1499323"/>
          <a:ext cx="690722" cy="7096601"/>
        </a:xfrm>
        <a:prstGeom prst="round2Same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After visual inspection, they are labelled and packed, ready for dispatch.</a:t>
          </a:r>
        </a:p>
        <a:p>
          <a:pPr marL="114300" lvl="1" indent="-114300" algn="l" defTabSz="533400">
            <a:lnSpc>
              <a:spcPct val="90000"/>
            </a:lnSpc>
            <a:spcBef>
              <a:spcPct val="0"/>
            </a:spcBef>
            <a:spcAft>
              <a:spcPct val="15000"/>
            </a:spcAft>
            <a:buChar char="••"/>
          </a:pPr>
          <a:r>
            <a:rPr lang="en-US" sz="1200" kern="1200" dirty="0"/>
            <a:t>Labelling contains error.</a:t>
          </a:r>
        </a:p>
        <a:p>
          <a:pPr marL="114300" lvl="1" indent="-114300" algn="l" defTabSz="533400">
            <a:lnSpc>
              <a:spcPct val="90000"/>
            </a:lnSpc>
            <a:spcBef>
              <a:spcPct val="0"/>
            </a:spcBef>
            <a:spcAft>
              <a:spcPct val="15000"/>
            </a:spcAft>
            <a:buChar char="••"/>
          </a:pPr>
          <a:r>
            <a:rPr lang="en-US" sz="1200" kern="1200" dirty="0"/>
            <a:t>0.1% breakage failure in dispatch.</a:t>
          </a:r>
        </a:p>
      </dsp:txBody>
      <dsp:txXfrm rot="5400000">
        <a:off x="4552826" y="1499323"/>
        <a:ext cx="690722" cy="7096601"/>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4221C2D-7873-472C-AF5A-E643B9AA7077}">
      <dsp:nvSpPr>
        <dsp:cNvPr id="0" name=""/>
        <dsp:cNvSpPr/>
      </dsp:nvSpPr>
      <dsp:spPr>
        <a:xfrm>
          <a:off x="3559" y="569998"/>
          <a:ext cx="1213780" cy="606890"/>
        </a:xfrm>
        <a:prstGeom prst="roundRect">
          <a:avLst>
            <a:gd name="adj" fmla="val 10000"/>
          </a:avLst>
        </a:prstGeom>
        <a:solidFill>
          <a:schemeClr val="accent2">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DEFINE</a:t>
          </a:r>
        </a:p>
      </dsp:txBody>
      <dsp:txXfrm>
        <a:off x="3559" y="569998"/>
        <a:ext cx="1213780" cy="606890"/>
      </dsp:txXfrm>
    </dsp:sp>
    <dsp:sp modelId="{2D071620-B154-40F9-82AC-9496CDAC8179}">
      <dsp:nvSpPr>
        <dsp:cNvPr id="0" name=""/>
        <dsp:cNvSpPr/>
      </dsp:nvSpPr>
      <dsp:spPr>
        <a:xfrm>
          <a:off x="124937" y="1176888"/>
          <a:ext cx="121378" cy="455167"/>
        </a:xfrm>
        <a:custGeom>
          <a:avLst/>
          <a:gdLst/>
          <a:ahLst/>
          <a:cxnLst/>
          <a:rect l="0" t="0" r="0" b="0"/>
          <a:pathLst>
            <a:path>
              <a:moveTo>
                <a:pt x="0" y="0"/>
              </a:moveTo>
              <a:lnTo>
                <a:pt x="0" y="455167"/>
              </a:lnTo>
              <a:lnTo>
                <a:pt x="121378" y="455167"/>
              </a:lnTo>
            </a:path>
          </a:pathLst>
        </a:custGeom>
        <a:no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sp>
    <dsp:sp modelId="{61ACDCF5-4B16-4A59-9E4C-DEF677A137D2}">
      <dsp:nvSpPr>
        <dsp:cNvPr id="0" name=""/>
        <dsp:cNvSpPr/>
      </dsp:nvSpPr>
      <dsp:spPr>
        <a:xfrm>
          <a:off x="246315" y="1328611"/>
          <a:ext cx="971024" cy="606890"/>
        </a:xfrm>
        <a:prstGeom prst="roundRect">
          <a:avLst>
            <a:gd name="adj" fmla="val 10000"/>
          </a:avLst>
        </a:prstGeom>
        <a:solidFill>
          <a:schemeClr val="lt1">
            <a:alpha val="90000"/>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en-US" sz="1600" b="1" kern="1200" dirty="0"/>
            <a:t>PROJECT CHARTER</a:t>
          </a:r>
        </a:p>
      </dsp:txBody>
      <dsp:txXfrm>
        <a:off x="246315" y="1328611"/>
        <a:ext cx="971024" cy="606890"/>
      </dsp:txXfrm>
    </dsp:sp>
    <dsp:sp modelId="{9BED93EA-988D-4D3E-B879-EF0EA5F6822A}">
      <dsp:nvSpPr>
        <dsp:cNvPr id="0" name=""/>
        <dsp:cNvSpPr/>
      </dsp:nvSpPr>
      <dsp:spPr>
        <a:xfrm>
          <a:off x="124937" y="1176888"/>
          <a:ext cx="121378" cy="1213780"/>
        </a:xfrm>
        <a:custGeom>
          <a:avLst/>
          <a:gdLst/>
          <a:ahLst/>
          <a:cxnLst/>
          <a:rect l="0" t="0" r="0" b="0"/>
          <a:pathLst>
            <a:path>
              <a:moveTo>
                <a:pt x="0" y="0"/>
              </a:moveTo>
              <a:lnTo>
                <a:pt x="0" y="1213780"/>
              </a:lnTo>
              <a:lnTo>
                <a:pt x="121378" y="1213780"/>
              </a:lnTo>
            </a:path>
          </a:pathLst>
        </a:custGeom>
        <a:no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sp>
    <dsp:sp modelId="{FDB0D859-E86E-43A6-8ADA-DD411A786755}">
      <dsp:nvSpPr>
        <dsp:cNvPr id="0" name=""/>
        <dsp:cNvSpPr/>
      </dsp:nvSpPr>
      <dsp:spPr>
        <a:xfrm>
          <a:off x="246315" y="2087223"/>
          <a:ext cx="971024" cy="606890"/>
        </a:xfrm>
        <a:prstGeom prst="roundRect">
          <a:avLst>
            <a:gd name="adj" fmla="val 10000"/>
          </a:avLst>
        </a:prstGeom>
        <a:solidFill>
          <a:schemeClr val="lt1">
            <a:alpha val="90000"/>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en-US" sz="1600" b="1" kern="1200" dirty="0"/>
            <a:t>SIPOC</a:t>
          </a:r>
        </a:p>
      </dsp:txBody>
      <dsp:txXfrm>
        <a:off x="246315" y="2087223"/>
        <a:ext cx="971024" cy="606890"/>
      </dsp:txXfrm>
    </dsp:sp>
    <dsp:sp modelId="{A4E00A0D-3FA3-422A-8C5B-1AC320AF6C2E}">
      <dsp:nvSpPr>
        <dsp:cNvPr id="0" name=""/>
        <dsp:cNvSpPr/>
      </dsp:nvSpPr>
      <dsp:spPr>
        <a:xfrm>
          <a:off x="124937" y="1176888"/>
          <a:ext cx="121378" cy="1972392"/>
        </a:xfrm>
        <a:custGeom>
          <a:avLst/>
          <a:gdLst/>
          <a:ahLst/>
          <a:cxnLst/>
          <a:rect l="0" t="0" r="0" b="0"/>
          <a:pathLst>
            <a:path>
              <a:moveTo>
                <a:pt x="0" y="0"/>
              </a:moveTo>
              <a:lnTo>
                <a:pt x="0" y="1972392"/>
              </a:lnTo>
              <a:lnTo>
                <a:pt x="121378" y="1972392"/>
              </a:lnTo>
            </a:path>
          </a:pathLst>
        </a:custGeom>
        <a:no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0">
          <a:scrgbClr r="0" g="0" b="0"/>
        </a:fillRef>
        <a:effectRef idx="0">
          <a:scrgbClr r="0" g="0" b="0"/>
        </a:effectRef>
        <a:fontRef idx="minor"/>
      </dsp:style>
    </dsp:sp>
    <dsp:sp modelId="{AE5648CC-3E98-407B-9D17-507F4F2D164B}">
      <dsp:nvSpPr>
        <dsp:cNvPr id="0" name=""/>
        <dsp:cNvSpPr/>
      </dsp:nvSpPr>
      <dsp:spPr>
        <a:xfrm>
          <a:off x="246315" y="2845836"/>
          <a:ext cx="971024" cy="606890"/>
        </a:xfrm>
        <a:prstGeom prst="roundRect">
          <a:avLst>
            <a:gd name="adj" fmla="val 10000"/>
          </a:avLst>
        </a:prstGeom>
        <a:solidFill>
          <a:schemeClr val="lt1">
            <a:alpha val="90000"/>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en-US" sz="1600" b="1" kern="1200" dirty="0"/>
            <a:t>GANTT CHART</a:t>
          </a:r>
        </a:p>
      </dsp:txBody>
      <dsp:txXfrm>
        <a:off x="246315" y="2845836"/>
        <a:ext cx="971024" cy="606890"/>
      </dsp:txXfrm>
    </dsp:sp>
    <dsp:sp modelId="{8696E3DB-0DC7-4FE7-8F42-BAE642BBC242}">
      <dsp:nvSpPr>
        <dsp:cNvPr id="0" name=""/>
        <dsp:cNvSpPr/>
      </dsp:nvSpPr>
      <dsp:spPr>
        <a:xfrm>
          <a:off x="1520784" y="569998"/>
          <a:ext cx="1213780" cy="606890"/>
        </a:xfrm>
        <a:prstGeom prst="roundRect">
          <a:avLst>
            <a:gd name="adj" fmla="val 10000"/>
          </a:avLst>
        </a:prstGeom>
        <a:solidFill>
          <a:schemeClr val="accent3">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MEASURE</a:t>
          </a:r>
        </a:p>
      </dsp:txBody>
      <dsp:txXfrm>
        <a:off x="1520784" y="569998"/>
        <a:ext cx="1213780" cy="606890"/>
      </dsp:txXfrm>
    </dsp:sp>
    <dsp:sp modelId="{405F7992-6DB9-4544-A82B-C31460FF33A8}">
      <dsp:nvSpPr>
        <dsp:cNvPr id="0" name=""/>
        <dsp:cNvSpPr/>
      </dsp:nvSpPr>
      <dsp:spPr>
        <a:xfrm>
          <a:off x="3038009" y="569998"/>
          <a:ext cx="1213780" cy="606890"/>
        </a:xfrm>
        <a:prstGeom prst="roundRect">
          <a:avLst>
            <a:gd name="adj" fmla="val 10000"/>
          </a:avLst>
        </a:prstGeom>
        <a:solidFill>
          <a:schemeClr val="accent4">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ANALYSE</a:t>
          </a:r>
        </a:p>
      </dsp:txBody>
      <dsp:txXfrm>
        <a:off x="3038009" y="569998"/>
        <a:ext cx="1213780" cy="606890"/>
      </dsp:txXfrm>
    </dsp:sp>
    <dsp:sp modelId="{711A7C1A-1D74-4871-9272-63688CEA9840}">
      <dsp:nvSpPr>
        <dsp:cNvPr id="0" name=""/>
        <dsp:cNvSpPr/>
      </dsp:nvSpPr>
      <dsp:spPr>
        <a:xfrm>
          <a:off x="4555235" y="569998"/>
          <a:ext cx="1213780" cy="606890"/>
        </a:xfrm>
        <a:prstGeom prst="roundRect">
          <a:avLst>
            <a:gd name="adj" fmla="val 10000"/>
          </a:avLst>
        </a:prstGeom>
        <a:solidFill>
          <a:schemeClr val="accent5">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IMPROVE</a:t>
          </a:r>
        </a:p>
      </dsp:txBody>
      <dsp:txXfrm>
        <a:off x="4555235" y="569998"/>
        <a:ext cx="1213780" cy="606890"/>
      </dsp:txXfrm>
    </dsp:sp>
    <dsp:sp modelId="{6A67F809-1B9C-4D53-BB5E-9058653DB9C3}">
      <dsp:nvSpPr>
        <dsp:cNvPr id="0" name=""/>
        <dsp:cNvSpPr/>
      </dsp:nvSpPr>
      <dsp:spPr>
        <a:xfrm>
          <a:off x="6072460" y="569998"/>
          <a:ext cx="1213780" cy="606890"/>
        </a:xfrm>
        <a:prstGeom prst="roundRect">
          <a:avLst>
            <a:gd name="adj" fmla="val 10000"/>
          </a:avLst>
        </a:prstGeom>
        <a:solidFill>
          <a:schemeClr val="accent6">
            <a:hueOff val="0"/>
            <a:satOff val="0"/>
            <a:lumOff val="0"/>
            <a:alphaOff val="0"/>
          </a:schemeClr>
        </a:solidFill>
        <a:ln w="1905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CONTROL</a:t>
          </a:r>
        </a:p>
      </dsp:txBody>
      <dsp:txXfrm>
        <a:off x="6072460" y="569998"/>
        <a:ext cx="1213780" cy="60689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4221C2D-7873-472C-AF5A-E643B9AA7077}">
      <dsp:nvSpPr>
        <dsp:cNvPr id="0" name=""/>
        <dsp:cNvSpPr/>
      </dsp:nvSpPr>
      <dsp:spPr>
        <a:xfrm>
          <a:off x="3394" y="986702"/>
          <a:ext cx="1157531" cy="578765"/>
        </a:xfrm>
        <a:prstGeom prst="roundRect">
          <a:avLst>
            <a:gd name="adj" fmla="val 10000"/>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DEFINE</a:t>
          </a:r>
        </a:p>
      </dsp:txBody>
      <dsp:txXfrm>
        <a:off x="3394" y="986702"/>
        <a:ext cx="1157531" cy="578765"/>
      </dsp:txXfrm>
    </dsp:sp>
    <dsp:sp modelId="{8696E3DB-0DC7-4FE7-8F42-BAE642BBC242}">
      <dsp:nvSpPr>
        <dsp:cNvPr id="0" name=""/>
        <dsp:cNvSpPr/>
      </dsp:nvSpPr>
      <dsp:spPr>
        <a:xfrm>
          <a:off x="1450309" y="986702"/>
          <a:ext cx="1157531" cy="578765"/>
        </a:xfrm>
        <a:prstGeom prst="roundRect">
          <a:avLst>
            <a:gd name="adj" fmla="val 10000"/>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MEASURE</a:t>
          </a:r>
        </a:p>
      </dsp:txBody>
      <dsp:txXfrm>
        <a:off x="1450309" y="986702"/>
        <a:ext cx="1157531" cy="578765"/>
      </dsp:txXfrm>
    </dsp:sp>
    <dsp:sp modelId="{FDAD403F-129B-49A7-A531-3E8D4897CF0A}">
      <dsp:nvSpPr>
        <dsp:cNvPr id="0" name=""/>
        <dsp:cNvSpPr/>
      </dsp:nvSpPr>
      <dsp:spPr>
        <a:xfrm>
          <a:off x="1566062" y="1565468"/>
          <a:ext cx="115753" cy="434074"/>
        </a:xfrm>
        <a:custGeom>
          <a:avLst/>
          <a:gdLst/>
          <a:ahLst/>
          <a:cxnLst/>
          <a:rect l="0" t="0" r="0" b="0"/>
          <a:pathLst>
            <a:path>
              <a:moveTo>
                <a:pt x="0" y="0"/>
              </a:moveTo>
              <a:lnTo>
                <a:pt x="0" y="434074"/>
              </a:lnTo>
              <a:lnTo>
                <a:pt x="115753" y="434074"/>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58E90713-0D09-4940-8EB0-CDDC8FCD8FE2}">
      <dsp:nvSpPr>
        <dsp:cNvPr id="0" name=""/>
        <dsp:cNvSpPr/>
      </dsp:nvSpPr>
      <dsp:spPr>
        <a:xfrm>
          <a:off x="1681815" y="1710160"/>
          <a:ext cx="926025" cy="578765"/>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Data Collection</a:t>
          </a:r>
        </a:p>
      </dsp:txBody>
      <dsp:txXfrm>
        <a:off x="1681815" y="1710160"/>
        <a:ext cx="926025" cy="578765"/>
      </dsp:txXfrm>
    </dsp:sp>
    <dsp:sp modelId="{705E7D3C-9139-4CBE-B49F-D32D30B2F678}">
      <dsp:nvSpPr>
        <dsp:cNvPr id="0" name=""/>
        <dsp:cNvSpPr/>
      </dsp:nvSpPr>
      <dsp:spPr>
        <a:xfrm>
          <a:off x="1566062" y="1565468"/>
          <a:ext cx="115753" cy="1157531"/>
        </a:xfrm>
        <a:custGeom>
          <a:avLst/>
          <a:gdLst/>
          <a:ahLst/>
          <a:cxnLst/>
          <a:rect l="0" t="0" r="0" b="0"/>
          <a:pathLst>
            <a:path>
              <a:moveTo>
                <a:pt x="0" y="0"/>
              </a:moveTo>
              <a:lnTo>
                <a:pt x="0" y="1157531"/>
              </a:lnTo>
              <a:lnTo>
                <a:pt x="115753" y="1157531"/>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0E6F2C49-7767-4D66-B9CC-776BB61021DD}">
      <dsp:nvSpPr>
        <dsp:cNvPr id="0" name=""/>
        <dsp:cNvSpPr/>
      </dsp:nvSpPr>
      <dsp:spPr>
        <a:xfrm>
          <a:off x="1681815" y="2433617"/>
          <a:ext cx="926025" cy="578765"/>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Process Sigma Level</a:t>
          </a:r>
        </a:p>
      </dsp:txBody>
      <dsp:txXfrm>
        <a:off x="1681815" y="2433617"/>
        <a:ext cx="926025" cy="578765"/>
      </dsp:txXfrm>
    </dsp:sp>
    <dsp:sp modelId="{405F7992-6DB9-4544-A82B-C31460FF33A8}">
      <dsp:nvSpPr>
        <dsp:cNvPr id="0" name=""/>
        <dsp:cNvSpPr/>
      </dsp:nvSpPr>
      <dsp:spPr>
        <a:xfrm>
          <a:off x="2897224" y="986702"/>
          <a:ext cx="1157531" cy="578765"/>
        </a:xfrm>
        <a:prstGeom prst="roundRect">
          <a:avLst>
            <a:gd name="adj" fmla="val 10000"/>
          </a:avLst>
        </a:prstGeom>
        <a:gradFill rotWithShape="1">
          <a:gsLst>
            <a:gs pos="0">
              <a:schemeClr val="accent6">
                <a:tint val="96000"/>
                <a:lumMod val="100000"/>
              </a:schemeClr>
            </a:gs>
            <a:gs pos="78000">
              <a:schemeClr val="accent6">
                <a:shade val="94000"/>
                <a:lumMod val="94000"/>
              </a:schemeClr>
            </a:gs>
          </a:gsLst>
          <a:lin ang="5400000" scaled="0"/>
        </a:gra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hemeClr val="accent6"/>
        </a:lnRef>
        <a:fillRef idx="3">
          <a:schemeClr val="accent6"/>
        </a:fillRef>
        <a:effectRef idx="2">
          <a:schemeClr val="accent6"/>
        </a:effectRef>
        <a:fontRef idx="minor">
          <a:schemeClr val="lt1"/>
        </a:fontRef>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ANALYSE</a:t>
          </a:r>
        </a:p>
      </dsp:txBody>
      <dsp:txXfrm>
        <a:off x="2897224" y="986702"/>
        <a:ext cx="1157531" cy="578765"/>
      </dsp:txXfrm>
    </dsp:sp>
    <dsp:sp modelId="{711A7C1A-1D74-4871-9272-63688CEA9840}">
      <dsp:nvSpPr>
        <dsp:cNvPr id="0" name=""/>
        <dsp:cNvSpPr/>
      </dsp:nvSpPr>
      <dsp:spPr>
        <a:xfrm>
          <a:off x="4344139" y="986702"/>
          <a:ext cx="1157531" cy="578765"/>
        </a:xfrm>
        <a:prstGeom prst="roundRect">
          <a:avLst>
            <a:gd name="adj" fmla="val 10000"/>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IMPROVE</a:t>
          </a:r>
        </a:p>
      </dsp:txBody>
      <dsp:txXfrm>
        <a:off x="4344139" y="986702"/>
        <a:ext cx="1157531" cy="578765"/>
      </dsp:txXfrm>
    </dsp:sp>
    <dsp:sp modelId="{6A67F809-1B9C-4D53-BB5E-9058653DB9C3}">
      <dsp:nvSpPr>
        <dsp:cNvPr id="0" name=""/>
        <dsp:cNvSpPr/>
      </dsp:nvSpPr>
      <dsp:spPr>
        <a:xfrm>
          <a:off x="5791054" y="986702"/>
          <a:ext cx="1157531" cy="578765"/>
        </a:xfrm>
        <a:prstGeom prst="roundRect">
          <a:avLst>
            <a:gd name="adj" fmla="val 10000"/>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a:latin typeface="Times New Roman" panose="02020603050405020304" pitchFamily="18" charset="0"/>
              <a:cs typeface="Times New Roman" panose="02020603050405020304" pitchFamily="18" charset="0"/>
            </a:rPr>
            <a:t>CONTROL</a:t>
          </a:r>
        </a:p>
      </dsp:txBody>
      <dsp:txXfrm>
        <a:off x="5791054" y="986702"/>
        <a:ext cx="1157531" cy="578765"/>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4221C2D-7873-472C-AF5A-E643B9AA7077}">
      <dsp:nvSpPr>
        <dsp:cNvPr id="0" name=""/>
        <dsp:cNvSpPr/>
      </dsp:nvSpPr>
      <dsp:spPr>
        <a:xfrm>
          <a:off x="3814" y="237968"/>
          <a:ext cx="1300700" cy="650350"/>
        </a:xfrm>
        <a:prstGeom prst="roundRect">
          <a:avLst>
            <a:gd name="adj" fmla="val 10000"/>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latin typeface="Times New Roman" panose="02020603050405020304" pitchFamily="18" charset="0"/>
              <a:cs typeface="Times New Roman" panose="02020603050405020304" pitchFamily="18" charset="0"/>
            </a:rPr>
            <a:t>DEFINE</a:t>
          </a:r>
        </a:p>
      </dsp:txBody>
      <dsp:txXfrm>
        <a:off x="3814" y="237968"/>
        <a:ext cx="1300700" cy="650350"/>
      </dsp:txXfrm>
    </dsp:sp>
    <dsp:sp modelId="{8696E3DB-0DC7-4FE7-8F42-BAE642BBC242}">
      <dsp:nvSpPr>
        <dsp:cNvPr id="0" name=""/>
        <dsp:cNvSpPr/>
      </dsp:nvSpPr>
      <dsp:spPr>
        <a:xfrm>
          <a:off x="1629689" y="237968"/>
          <a:ext cx="1300700" cy="650350"/>
        </a:xfrm>
        <a:prstGeom prst="roundRect">
          <a:avLst>
            <a:gd name="adj" fmla="val 10000"/>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latin typeface="Times New Roman" panose="02020603050405020304" pitchFamily="18" charset="0"/>
              <a:cs typeface="Times New Roman" panose="02020603050405020304" pitchFamily="18" charset="0"/>
            </a:rPr>
            <a:t>MEASURE</a:t>
          </a:r>
        </a:p>
      </dsp:txBody>
      <dsp:txXfrm>
        <a:off x="1629689" y="237968"/>
        <a:ext cx="1300700" cy="650350"/>
      </dsp:txXfrm>
    </dsp:sp>
    <dsp:sp modelId="{405F7992-6DB9-4544-A82B-C31460FF33A8}">
      <dsp:nvSpPr>
        <dsp:cNvPr id="0" name=""/>
        <dsp:cNvSpPr/>
      </dsp:nvSpPr>
      <dsp:spPr>
        <a:xfrm>
          <a:off x="3255564" y="237968"/>
          <a:ext cx="1300700" cy="650350"/>
        </a:xfrm>
        <a:prstGeom prst="roundRect">
          <a:avLst>
            <a:gd name="adj" fmla="val 10000"/>
          </a:avLst>
        </a:prstGeom>
        <a:gradFill rotWithShape="1">
          <a:gsLst>
            <a:gs pos="0">
              <a:schemeClr val="accent6">
                <a:tint val="96000"/>
                <a:lumMod val="100000"/>
              </a:schemeClr>
            </a:gs>
            <a:gs pos="78000">
              <a:schemeClr val="accent6">
                <a:shade val="94000"/>
                <a:lumMod val="94000"/>
              </a:schemeClr>
            </a:gs>
          </a:gsLst>
          <a:lin ang="5400000" scaled="0"/>
        </a:gra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hemeClr val="accent6"/>
        </a:lnRef>
        <a:fillRef idx="3">
          <a:schemeClr val="accent6"/>
        </a:fillRef>
        <a:effectRef idx="2">
          <a:schemeClr val="accent6"/>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latin typeface="Times New Roman" panose="02020603050405020304" pitchFamily="18" charset="0"/>
              <a:cs typeface="Times New Roman" panose="02020603050405020304" pitchFamily="18" charset="0"/>
            </a:rPr>
            <a:t>ANALYSE</a:t>
          </a:r>
        </a:p>
      </dsp:txBody>
      <dsp:txXfrm>
        <a:off x="3255564" y="237968"/>
        <a:ext cx="1300700" cy="650350"/>
      </dsp:txXfrm>
    </dsp:sp>
    <dsp:sp modelId="{2D45093F-DC23-4179-942F-50859519791F}">
      <dsp:nvSpPr>
        <dsp:cNvPr id="0" name=""/>
        <dsp:cNvSpPr/>
      </dsp:nvSpPr>
      <dsp:spPr>
        <a:xfrm>
          <a:off x="3385634" y="888318"/>
          <a:ext cx="104108" cy="1318623"/>
        </a:xfrm>
        <a:custGeom>
          <a:avLst/>
          <a:gdLst/>
          <a:ahLst/>
          <a:cxnLst/>
          <a:rect l="0" t="0" r="0" b="0"/>
          <a:pathLst>
            <a:path>
              <a:moveTo>
                <a:pt x="0" y="0"/>
              </a:moveTo>
              <a:lnTo>
                <a:pt x="0" y="1318623"/>
              </a:lnTo>
              <a:lnTo>
                <a:pt x="104108" y="1318623"/>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D20B9003-F740-4A68-9479-333B1D98F6C5}">
      <dsp:nvSpPr>
        <dsp:cNvPr id="0" name=""/>
        <dsp:cNvSpPr/>
      </dsp:nvSpPr>
      <dsp:spPr>
        <a:xfrm>
          <a:off x="3489742" y="1881767"/>
          <a:ext cx="1337036" cy="650350"/>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FMEA</a:t>
          </a:r>
        </a:p>
      </dsp:txBody>
      <dsp:txXfrm>
        <a:off x="3489742" y="1881767"/>
        <a:ext cx="1337036" cy="650350"/>
      </dsp:txXfrm>
    </dsp:sp>
    <dsp:sp modelId="{C898C223-A3EF-4909-A30B-8D9082255DC1}">
      <dsp:nvSpPr>
        <dsp:cNvPr id="0" name=""/>
        <dsp:cNvSpPr/>
      </dsp:nvSpPr>
      <dsp:spPr>
        <a:xfrm>
          <a:off x="3385634" y="888318"/>
          <a:ext cx="104108" cy="521769"/>
        </a:xfrm>
        <a:custGeom>
          <a:avLst/>
          <a:gdLst/>
          <a:ahLst/>
          <a:cxnLst/>
          <a:rect l="0" t="0" r="0" b="0"/>
          <a:pathLst>
            <a:path>
              <a:moveTo>
                <a:pt x="0" y="0"/>
              </a:moveTo>
              <a:lnTo>
                <a:pt x="0" y="521769"/>
              </a:lnTo>
              <a:lnTo>
                <a:pt x="104108" y="521769"/>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DC2AF57D-7C7E-419D-B32B-0ED7C1BF8298}">
      <dsp:nvSpPr>
        <dsp:cNvPr id="0" name=""/>
        <dsp:cNvSpPr/>
      </dsp:nvSpPr>
      <dsp:spPr>
        <a:xfrm>
          <a:off x="3489742" y="1084913"/>
          <a:ext cx="1353102" cy="650350"/>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Cause and Effect Diagram</a:t>
          </a:r>
        </a:p>
      </dsp:txBody>
      <dsp:txXfrm>
        <a:off x="3489742" y="1084913"/>
        <a:ext cx="1353102" cy="650350"/>
      </dsp:txXfrm>
    </dsp:sp>
    <dsp:sp modelId="{FF83CA68-4CD4-485B-9F0C-89CF2F87A6E3}">
      <dsp:nvSpPr>
        <dsp:cNvPr id="0" name=""/>
        <dsp:cNvSpPr/>
      </dsp:nvSpPr>
      <dsp:spPr>
        <a:xfrm>
          <a:off x="3385634" y="888318"/>
          <a:ext cx="130070" cy="2113637"/>
        </a:xfrm>
        <a:custGeom>
          <a:avLst/>
          <a:gdLst/>
          <a:ahLst/>
          <a:cxnLst/>
          <a:rect l="0" t="0" r="0" b="0"/>
          <a:pathLst>
            <a:path>
              <a:moveTo>
                <a:pt x="0" y="0"/>
              </a:moveTo>
              <a:lnTo>
                <a:pt x="0" y="2113637"/>
              </a:lnTo>
              <a:lnTo>
                <a:pt x="130070" y="2113637"/>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256FF4DA-459C-4676-AF12-F035231C8142}">
      <dsp:nvSpPr>
        <dsp:cNvPr id="0" name=""/>
        <dsp:cNvSpPr/>
      </dsp:nvSpPr>
      <dsp:spPr>
        <a:xfrm>
          <a:off x="3515704" y="2676781"/>
          <a:ext cx="1321219" cy="650350"/>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Pareto chart</a:t>
          </a:r>
        </a:p>
      </dsp:txBody>
      <dsp:txXfrm>
        <a:off x="3515704" y="2676781"/>
        <a:ext cx="1321219" cy="650350"/>
      </dsp:txXfrm>
    </dsp:sp>
    <dsp:sp modelId="{76EBBE91-F4C7-4584-80E2-085E9BAAB723}">
      <dsp:nvSpPr>
        <dsp:cNvPr id="0" name=""/>
        <dsp:cNvSpPr/>
      </dsp:nvSpPr>
      <dsp:spPr>
        <a:xfrm>
          <a:off x="3385634" y="888318"/>
          <a:ext cx="130070" cy="2926575"/>
        </a:xfrm>
        <a:custGeom>
          <a:avLst/>
          <a:gdLst/>
          <a:ahLst/>
          <a:cxnLst/>
          <a:rect l="0" t="0" r="0" b="0"/>
          <a:pathLst>
            <a:path>
              <a:moveTo>
                <a:pt x="0" y="0"/>
              </a:moveTo>
              <a:lnTo>
                <a:pt x="0" y="2926575"/>
              </a:lnTo>
              <a:lnTo>
                <a:pt x="130070" y="2926575"/>
              </a:lnTo>
            </a:path>
          </a:pathLst>
        </a:custGeom>
        <a:no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0">
          <a:scrgbClr r="0" g="0" b="0"/>
        </a:fillRef>
        <a:effectRef idx="0">
          <a:scrgbClr r="0" g="0" b="0"/>
        </a:effectRef>
        <a:fontRef idx="minor"/>
      </dsp:style>
    </dsp:sp>
    <dsp:sp modelId="{304CF05C-AB34-4495-8A78-38E363A8A1D3}">
      <dsp:nvSpPr>
        <dsp:cNvPr id="0" name=""/>
        <dsp:cNvSpPr/>
      </dsp:nvSpPr>
      <dsp:spPr>
        <a:xfrm>
          <a:off x="3515704" y="3489719"/>
          <a:ext cx="1342228" cy="650350"/>
        </a:xfrm>
        <a:prstGeom prst="roundRect">
          <a:avLst>
            <a:gd name="adj" fmla="val 10000"/>
          </a:avLst>
        </a:prstGeom>
        <a:solidFill>
          <a:schemeClr val="lt1">
            <a:alpha val="90000"/>
            <a:hueOff val="0"/>
            <a:satOff val="0"/>
            <a:lumOff val="0"/>
            <a:alphaOff val="0"/>
          </a:schemeClr>
        </a:solidFill>
        <a:ln w="12700" cap="rnd"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1">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lvl="0" algn="ctr" defTabSz="533400">
            <a:lnSpc>
              <a:spcPct val="90000"/>
            </a:lnSpc>
            <a:spcBef>
              <a:spcPct val="0"/>
            </a:spcBef>
            <a:spcAft>
              <a:spcPct val="35000"/>
            </a:spcAft>
          </a:pPr>
          <a:r>
            <a:rPr lang="en-US" sz="1200" b="1" kern="1200" dirty="0">
              <a:latin typeface="Times New Roman" panose="02020603050405020304" pitchFamily="18" charset="0"/>
              <a:cs typeface="Times New Roman" panose="02020603050405020304" pitchFamily="18" charset="0"/>
            </a:rPr>
            <a:t>5S Methodology</a:t>
          </a:r>
        </a:p>
      </dsp:txBody>
      <dsp:txXfrm>
        <a:off x="3515704" y="3489719"/>
        <a:ext cx="1342228" cy="650350"/>
      </dsp:txXfrm>
    </dsp:sp>
    <dsp:sp modelId="{711A7C1A-1D74-4871-9272-63688CEA9840}">
      <dsp:nvSpPr>
        <dsp:cNvPr id="0" name=""/>
        <dsp:cNvSpPr/>
      </dsp:nvSpPr>
      <dsp:spPr>
        <a:xfrm>
          <a:off x="4881439" y="237968"/>
          <a:ext cx="1300700" cy="650350"/>
        </a:xfrm>
        <a:prstGeom prst="roundRect">
          <a:avLst>
            <a:gd name="adj" fmla="val 10000"/>
          </a:avLst>
        </a:prstGeom>
        <a:gradFill rotWithShape="0">
          <a:gsLst>
            <a:gs pos="0">
              <a:schemeClr val="accent5">
                <a:hueOff val="0"/>
                <a:satOff val="0"/>
                <a:lumOff val="0"/>
                <a:alphaOff val="0"/>
                <a:tint val="96000"/>
                <a:lumMod val="100000"/>
              </a:schemeClr>
            </a:gs>
            <a:gs pos="78000">
              <a:schemeClr val="accent5">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latin typeface="Times New Roman" panose="02020603050405020304" pitchFamily="18" charset="0"/>
              <a:cs typeface="Times New Roman" panose="02020603050405020304" pitchFamily="18" charset="0"/>
            </a:rPr>
            <a:t>IMPROVE</a:t>
          </a:r>
        </a:p>
      </dsp:txBody>
      <dsp:txXfrm>
        <a:off x="4881439" y="237968"/>
        <a:ext cx="1300700" cy="650350"/>
      </dsp:txXfrm>
    </dsp:sp>
    <dsp:sp modelId="{6A67F809-1B9C-4D53-BB5E-9058653DB9C3}">
      <dsp:nvSpPr>
        <dsp:cNvPr id="0" name=""/>
        <dsp:cNvSpPr/>
      </dsp:nvSpPr>
      <dsp:spPr>
        <a:xfrm>
          <a:off x="6507314" y="237968"/>
          <a:ext cx="1300700" cy="650350"/>
        </a:xfrm>
        <a:prstGeom prst="roundRect">
          <a:avLst>
            <a:gd name="adj" fmla="val 10000"/>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latin typeface="Times New Roman" panose="02020603050405020304" pitchFamily="18" charset="0"/>
              <a:cs typeface="Times New Roman" panose="02020603050405020304" pitchFamily="18" charset="0"/>
            </a:rPr>
            <a:t>CONTROL</a:t>
          </a:r>
        </a:p>
      </dsp:txBody>
      <dsp:txXfrm>
        <a:off x="6507314" y="237968"/>
        <a:ext cx="1300700" cy="650350"/>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A0D990-C34A-460C-9A3C-D262D0D125D5}" type="datetimeFigureOut">
              <a:rPr lang="en-US" smtClean="0"/>
              <a:t>6/8/2020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4FE2E3-ACFB-441D-803A-81A6E1A7009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E4FE2E3-ACFB-441D-803A-81A6E1A70096}" type="slidenum">
              <a:rPr lang="en-US" smtClean="0"/>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3512217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987041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884660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2671954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2072718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370747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2245511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201667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843483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357641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 xmlns:p14="http://schemas.microsoft.com/office/powerpoint/2010/main" val="3791302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42756463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992822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1095453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304552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422C30-34D0-4D4B-9714-146BED4DE2E9}" type="datetimeFigureOut">
              <a:rPr lang="en-US" smtClean="0"/>
              <a:pPr/>
              <a:t>6/8/2020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28410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B422C30-34D0-4D4B-9714-146BED4DE2E9}" type="datetimeFigureOut">
              <a:rPr lang="en-US" smtClean="0"/>
              <a:pPr/>
              <a:t>6/8/2020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D2EF53D-51E6-4642-8A9A-5AD52B984F50}" type="slidenum">
              <a:rPr lang="en-US" smtClean="0"/>
              <a:pPr/>
              <a:t>‹#›</a:t>
            </a:fld>
            <a:endParaRPr lang="en-US" dirty="0"/>
          </a:p>
        </p:txBody>
      </p:sp>
    </p:spTree>
    <p:extLst>
      <p:ext uri="{BB962C8B-B14F-4D97-AF65-F5344CB8AC3E}">
        <p14:creationId xmlns="" xmlns:p14="http://schemas.microsoft.com/office/powerpoint/2010/main" val="1727676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Office_Excel_Worksheet1.xls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3" Type="http://schemas.openxmlformats.org/officeDocument/2006/relationships/hyperlink" Target="https://en.wikipedia.org/wiki/Nonconformity_(quality)" TargetMode="External"/><Relationship Id="rId2" Type="http://schemas.openxmlformats.org/officeDocument/2006/relationships/hyperlink" Target="https://en.wikipedia.org/wiki/Control_chart" TargetMode="Externa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u="sng" dirty="0">
                <a:solidFill>
                  <a:srgbClr val="00B050"/>
                </a:solidFill>
                <a:latin typeface="Times New Roman" panose="02020603050405020304" pitchFamily="18" charset="0"/>
                <a:cs typeface="Times New Roman" panose="02020603050405020304" pitchFamily="18" charset="0"/>
              </a:rPr>
              <a:t>Lean Six Sigma Project on Reducing Defects in Ampoules at Mercury Laboratories Ltd.</a:t>
            </a:r>
          </a:p>
        </p:txBody>
      </p:sp>
      <p:sp>
        <p:nvSpPr>
          <p:cNvPr id="3" name="Content Placeholder 2"/>
          <p:cNvSpPr>
            <a:spLocks noGrp="1"/>
          </p:cNvSpPr>
          <p:nvPr>
            <p:ph idx="1"/>
          </p:nvPr>
        </p:nvSpPr>
        <p:spPr>
          <a:xfrm>
            <a:off x="2133599" y="2291428"/>
            <a:ext cx="6347714" cy="3880773"/>
          </a:xfrm>
        </p:spPr>
        <p:txBody>
          <a:bodyPr>
            <a:normAutofit fontScale="85000" lnSpcReduction="20000"/>
          </a:bodyPr>
          <a:lstStyle/>
          <a:p>
            <a:r>
              <a:rPr lang="es-UY" altLang="en-US" sz="2400" b="1" dirty="0">
                <a:solidFill>
                  <a:schemeClr val="accent2">
                    <a:lumMod val="75000"/>
                  </a:schemeClr>
                </a:solidFill>
                <a:latin typeface="Times New Roman" panose="02020603050405020304" pitchFamily="18" charset="0"/>
                <a:cs typeface="Times New Roman" panose="02020603050405020304" pitchFamily="18" charset="0"/>
              </a:rPr>
              <a:t>Guided by- </a:t>
            </a:r>
            <a:r>
              <a:rPr lang="en-US" altLang="en-US" sz="2100" b="1" dirty="0">
                <a:latin typeface="Times New Roman" panose="02020603050405020304" pitchFamily="18" charset="0"/>
                <a:cs typeface="Times New Roman" panose="02020603050405020304" pitchFamily="18" charset="0"/>
              </a:rPr>
              <a:t>Prof.</a:t>
            </a:r>
            <a:r>
              <a:rPr lang="en-US" altLang="en-US" sz="2100" dirty="0">
                <a:latin typeface="Times New Roman" panose="02020603050405020304" pitchFamily="18" charset="0"/>
                <a:cs typeface="Times New Roman" panose="02020603050405020304" pitchFamily="18" charset="0"/>
              </a:rPr>
              <a:t> </a:t>
            </a:r>
            <a:r>
              <a:rPr lang="en-US" altLang="en-US" sz="2100" b="1" dirty="0">
                <a:latin typeface="Times New Roman" panose="02020603050405020304" pitchFamily="18" charset="0"/>
                <a:cs typeface="Times New Roman" panose="02020603050405020304" pitchFamily="18" charset="0"/>
              </a:rPr>
              <a:t>K</a:t>
            </a:r>
            <a:r>
              <a:rPr lang="en-US" altLang="en-US" sz="2100" dirty="0">
                <a:latin typeface="Times New Roman" panose="02020603050405020304" pitchFamily="18" charset="0"/>
                <a:cs typeface="Times New Roman" panose="02020603050405020304" pitchFamily="18" charset="0"/>
              </a:rPr>
              <a:t>. </a:t>
            </a:r>
            <a:r>
              <a:rPr lang="en-US" altLang="en-US" sz="2100" b="1" dirty="0">
                <a:latin typeface="Times New Roman" panose="02020603050405020304" pitchFamily="18" charset="0"/>
                <a:cs typeface="Times New Roman" panose="02020603050405020304" pitchFamily="18" charset="0"/>
              </a:rPr>
              <a:t>MURALIDHARAN</a:t>
            </a:r>
          </a:p>
          <a:p>
            <a:pPr marL="0" indent="0">
              <a:buNone/>
            </a:pPr>
            <a:r>
              <a:rPr lang="en-US" altLang="en-US" sz="2100" b="1" dirty="0">
                <a:latin typeface="Times New Roman" panose="02020603050405020304" pitchFamily="18" charset="0"/>
                <a:cs typeface="Times New Roman" panose="02020603050405020304" pitchFamily="18" charset="0"/>
              </a:rPr>
              <a:t/>
            </a:r>
            <a:br>
              <a:rPr lang="en-US" altLang="en-US" sz="2100" b="1" dirty="0">
                <a:latin typeface="Times New Roman" panose="02020603050405020304" pitchFamily="18" charset="0"/>
                <a:cs typeface="Times New Roman" panose="02020603050405020304" pitchFamily="18" charset="0"/>
              </a:rPr>
            </a:br>
            <a:r>
              <a:rPr lang="en-US" altLang="en-US" sz="2100" b="1" dirty="0">
                <a:latin typeface="Times New Roman" panose="02020603050405020304" pitchFamily="18" charset="0"/>
                <a:cs typeface="Times New Roman" panose="02020603050405020304" pitchFamily="18" charset="0"/>
              </a:rPr>
              <a:t>                             </a:t>
            </a:r>
            <a:r>
              <a:rPr lang="en-US" altLang="en-US" sz="2100" b="1" dirty="0" smtClean="0">
                <a:latin typeface="Times New Roman" panose="02020603050405020304" pitchFamily="18" charset="0"/>
                <a:cs typeface="Times New Roman" panose="02020603050405020304" pitchFamily="18" charset="0"/>
              </a:rPr>
              <a:t>Miss AKRUTI  </a:t>
            </a:r>
            <a:r>
              <a:rPr lang="en-US" altLang="en-US" sz="2100" b="1" dirty="0">
                <a:latin typeface="Times New Roman" panose="02020603050405020304" pitchFamily="18" charset="0"/>
                <a:cs typeface="Times New Roman" panose="02020603050405020304" pitchFamily="18" charset="0"/>
              </a:rPr>
              <a:t>SHUKLA</a:t>
            </a:r>
          </a:p>
          <a:p>
            <a:endParaRPr lang="en-US" b="1" dirty="0">
              <a:latin typeface="Times New Roman" panose="02020603050405020304" pitchFamily="18" charset="0"/>
              <a:cs typeface="Times New Roman" panose="02020603050405020304" pitchFamily="18" charset="0"/>
            </a:endParaRPr>
          </a:p>
          <a:p>
            <a:pPr marL="0" indent="0">
              <a:buNone/>
            </a:pPr>
            <a:endParaRPr lang="en-US" altLang="en-US" b="1" dirty="0">
              <a:solidFill>
                <a:schemeClr val="accent2">
                  <a:lumMod val="75000"/>
                </a:schemeClr>
              </a:solidFill>
              <a:latin typeface="Times New Roman" panose="02020603050405020304" pitchFamily="18" charset="0"/>
              <a:cs typeface="Times New Roman" panose="02020603050405020304" pitchFamily="18" charset="0"/>
            </a:endParaRPr>
          </a:p>
          <a:p>
            <a:r>
              <a:rPr lang="en-US" altLang="en-US" b="1" dirty="0">
                <a:solidFill>
                  <a:schemeClr val="accent2">
                    <a:lumMod val="75000"/>
                  </a:schemeClr>
                </a:solidFill>
                <a:latin typeface="Times New Roman" panose="02020603050405020304" pitchFamily="18" charset="0"/>
                <a:cs typeface="Times New Roman" panose="02020603050405020304" pitchFamily="18" charset="0"/>
              </a:rPr>
              <a:t>Presented by:</a:t>
            </a:r>
          </a:p>
          <a:p>
            <a:pPr marL="0" indent="0">
              <a:buNone/>
            </a:pPr>
            <a:r>
              <a:rPr lang="en-US" altLang="en-US" b="1" dirty="0">
                <a:solidFill>
                  <a:schemeClr val="tx2"/>
                </a:solidFill>
                <a:latin typeface="Times New Roman" panose="02020603050405020304" pitchFamily="18" charset="0"/>
                <a:cs typeface="Times New Roman" panose="02020603050405020304" pitchFamily="18" charset="0"/>
              </a:rPr>
              <a:t>                                      </a:t>
            </a:r>
          </a:p>
          <a:p>
            <a:pPr marL="0" indent="0">
              <a:buNone/>
            </a:pPr>
            <a:r>
              <a:rPr lang="en-US" altLang="en-US" b="1" dirty="0">
                <a:solidFill>
                  <a:schemeClr val="tx2"/>
                </a:solidFill>
                <a:latin typeface="Times New Roman" panose="02020603050405020304" pitchFamily="18" charset="0"/>
                <a:cs typeface="Times New Roman" panose="02020603050405020304" pitchFamily="18" charset="0"/>
              </a:rPr>
              <a:t>                                     Ira Chakraborty</a:t>
            </a:r>
          </a:p>
          <a:p>
            <a:pPr marL="0" indent="0">
              <a:buNone/>
            </a:pPr>
            <a:r>
              <a:rPr lang="en-US" altLang="en-US" b="1" dirty="0">
                <a:solidFill>
                  <a:schemeClr val="tx2"/>
                </a:solidFill>
                <a:latin typeface="Times New Roman" panose="02020603050405020304" pitchFamily="18" charset="0"/>
                <a:cs typeface="Times New Roman" panose="02020603050405020304" pitchFamily="18" charset="0"/>
              </a:rPr>
              <a:t>                                     Vernal Damor </a:t>
            </a:r>
          </a:p>
          <a:p>
            <a:pPr marL="0" indent="0">
              <a:buNone/>
            </a:pPr>
            <a:r>
              <a:rPr lang="en-US" altLang="en-US" b="1" dirty="0">
                <a:solidFill>
                  <a:schemeClr val="tx2"/>
                </a:solidFill>
                <a:latin typeface="Times New Roman" panose="02020603050405020304" pitchFamily="18" charset="0"/>
                <a:cs typeface="Times New Roman" panose="02020603050405020304" pitchFamily="18" charset="0"/>
              </a:rPr>
              <a:t>                                     Brijesh Dubey</a:t>
            </a:r>
          </a:p>
          <a:p>
            <a:pPr marL="0" indent="0">
              <a:buNone/>
            </a:pPr>
            <a:r>
              <a:rPr lang="en-US" altLang="en-US" b="1" dirty="0">
                <a:solidFill>
                  <a:schemeClr val="tx2"/>
                </a:solidFill>
                <a:latin typeface="Times New Roman" panose="02020603050405020304" pitchFamily="18" charset="0"/>
                <a:cs typeface="Times New Roman" panose="02020603050405020304" pitchFamily="18" charset="0"/>
              </a:rPr>
              <a:t>                                     Kunj Panchal</a:t>
            </a:r>
          </a:p>
          <a:p>
            <a:pPr marL="0" indent="0">
              <a:buNone/>
            </a:pPr>
            <a:r>
              <a:rPr lang="en-US" altLang="en-US" sz="2200" b="1" dirty="0">
                <a:solidFill>
                  <a:schemeClr val="tx2"/>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155737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Company Profile</a:t>
            </a:r>
          </a:p>
        </p:txBody>
      </p:sp>
      <p:sp>
        <p:nvSpPr>
          <p:cNvPr id="3" name="Content Placeholder 2"/>
          <p:cNvSpPr>
            <a:spLocks noGrp="1"/>
          </p:cNvSpPr>
          <p:nvPr>
            <p:ph idx="1"/>
          </p:nvPr>
        </p:nvSpPr>
        <p:spPr>
          <a:xfrm>
            <a:off x="2133598" y="1447800"/>
            <a:ext cx="6705602" cy="4419600"/>
          </a:xfrm>
        </p:spPr>
        <p:txBody>
          <a:bodyPr>
            <a:normAutofit fontScale="92500" lnSpcReduction="20000"/>
          </a:bodyPr>
          <a:lstStyle/>
          <a:p>
            <a:pPr algn="just">
              <a:buFont typeface="Wingdings" pitchFamily="2" charset="2"/>
              <a:buChar char="Ø"/>
              <a:defRP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Founded in 1962, with the vision to be a leading manufacturer of pharmaceutical products with</a:t>
            </a:r>
          </a:p>
          <a:p>
            <a:pPr lvl="1" algn="just">
              <a:defRPr/>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Highest ethical standard.</a:t>
            </a:r>
          </a:p>
          <a:p>
            <a:pPr lvl="1" algn="just">
              <a:defRPr/>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Generate long lasting customer loyalty.</a:t>
            </a:r>
          </a:p>
          <a:p>
            <a:pPr lvl="1" algn="just">
              <a:defRPr/>
            </a:pP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Providing outstanding quality , service and customer satisfaction.</a:t>
            </a:r>
          </a:p>
          <a:p>
            <a:pPr algn="just">
              <a:defRPr/>
            </a:pPr>
            <a:endParaRPr lang="en-US" sz="21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 typeface="Wingdings" pitchFamily="2" charset="2"/>
              <a:buChar char="Ø"/>
              <a:defRP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The company began producing pharmaceutical products for mother and child healthcare and subsequently introduced products in all dosage forms like tablets, capsules, liquids and injectable.</a:t>
            </a:r>
          </a:p>
          <a:p>
            <a:pPr algn="just">
              <a:buFont typeface="Wingdings" pitchFamily="2" charset="2"/>
              <a:buChar char="Ø"/>
              <a:defRPr/>
            </a:pPr>
            <a:r>
              <a:rPr lang="en-US" sz="2100" dirty="0">
                <a:solidFill>
                  <a:schemeClr val="tx1">
                    <a:lumMod val="95000"/>
                    <a:lumOff val="5000"/>
                  </a:schemeClr>
                </a:solidFill>
                <a:latin typeface="Times New Roman" panose="02020603050405020304" pitchFamily="18" charset="0"/>
                <a:cs typeface="Times New Roman" panose="02020603050405020304" pitchFamily="18" charset="0"/>
              </a:rPr>
              <a:t>They have their reputed presence in more than 20 countries directly and in more than 15 countries indirectly, they are present in Asia, Africa and Far East countries and they will be in USA and European Countries in few years.</a:t>
            </a:r>
          </a:p>
          <a:p>
            <a:pPr algn="just">
              <a:buFont typeface="Wingdings" pitchFamily="2" charset="2"/>
              <a:buChar char="Ø"/>
              <a:defRPr/>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6250867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188" y="138545"/>
            <a:ext cx="9575030" cy="623455"/>
          </a:xfrm>
        </p:spPr>
        <p:txBody>
          <a:bodyPr>
            <a:normAutofit fontScale="90000"/>
          </a:bodyPr>
          <a:lstStyle/>
          <a:p>
            <a:r>
              <a:rPr lang="en-US" u="sng" dirty="0">
                <a:solidFill>
                  <a:srgbClr val="C00000"/>
                </a:solidFill>
              </a:rPr>
              <a:t>Overview of the Ampoules manufacturing process</a:t>
            </a:r>
          </a:p>
        </p:txBody>
      </p:sp>
      <p:sp>
        <p:nvSpPr>
          <p:cNvPr id="6"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7" name="Diagram 6"/>
          <p:cNvGraphicFramePr/>
          <p:nvPr>
            <p:extLst>
              <p:ext uri="{D42A27DB-BD31-4B8C-83A1-F6EECF244321}">
                <p14:modId xmlns="" xmlns:p14="http://schemas.microsoft.com/office/powerpoint/2010/main" val="150199414"/>
              </p:ext>
            </p:extLst>
          </p:nvPr>
        </p:nvGraphicFramePr>
        <p:xfrm>
          <a:off x="1288473" y="900545"/>
          <a:ext cx="9130145" cy="5735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13526213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dmaic"/>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1981200" y="1905000"/>
            <a:ext cx="7924800" cy="327660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p:cNvSpPr txBox="1"/>
          <p:nvPr/>
        </p:nvSpPr>
        <p:spPr>
          <a:xfrm>
            <a:off x="4038600" y="685801"/>
            <a:ext cx="4114800" cy="646331"/>
          </a:xfrm>
          <a:prstGeom prst="rect">
            <a:avLst/>
          </a:prstGeom>
          <a:noFill/>
        </p:spPr>
        <p:txBody>
          <a:bodyPr wrap="square" rtlCol="0">
            <a:spAutoFit/>
          </a:bodyPr>
          <a:lstStyle/>
          <a:p>
            <a:r>
              <a:rPr lang="en-US" sz="3600" b="1" u="sng" dirty="0">
                <a:solidFill>
                  <a:schemeClr val="accent1">
                    <a:lumMod val="75000"/>
                  </a:schemeClr>
                </a:solidFill>
              </a:rPr>
              <a:t>Project Roadmap</a:t>
            </a:r>
          </a:p>
        </p:txBody>
      </p:sp>
    </p:spTree>
    <p:extLst>
      <p:ext uri="{BB962C8B-B14F-4D97-AF65-F5344CB8AC3E}">
        <p14:creationId xmlns="" xmlns:p14="http://schemas.microsoft.com/office/powerpoint/2010/main" val="3369353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2435"/>
            <a:ext cx="8229600" cy="1401762"/>
          </a:xfrm>
        </p:spPr>
        <p:txBody>
          <a:bodyPr>
            <a:normAutofit/>
          </a:bodyPr>
          <a:lstStyle/>
          <a:p>
            <a:r>
              <a:rPr lang="en-US" u="sng" dirty="0"/>
              <a:t>Define Phase Roadmap</a:t>
            </a:r>
          </a:p>
        </p:txBody>
      </p:sp>
      <p:graphicFrame>
        <p:nvGraphicFramePr>
          <p:cNvPr id="5" name="Content Placeholder 4"/>
          <p:cNvGraphicFramePr>
            <a:graphicFrameLocks noGrp="1"/>
          </p:cNvGraphicFramePr>
          <p:nvPr>
            <p:ph idx="1"/>
            <p:extLst>
              <p:ext uri="{D42A27DB-BD31-4B8C-83A1-F6EECF244321}">
                <p14:modId xmlns="" xmlns:p14="http://schemas.microsoft.com/office/powerpoint/2010/main" val="3061065529"/>
              </p:ext>
            </p:extLst>
          </p:nvPr>
        </p:nvGraphicFramePr>
        <p:xfrm>
          <a:off x="1981200" y="734291"/>
          <a:ext cx="7289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3056486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 xmlns:p14="http://schemas.microsoft.com/office/powerpoint/2010/main" val="2199390528"/>
              </p:ext>
            </p:extLst>
          </p:nvPr>
        </p:nvGraphicFramePr>
        <p:xfrm>
          <a:off x="1981199" y="915871"/>
          <a:ext cx="7592291" cy="5041584"/>
        </p:xfrm>
        <a:graphic>
          <a:graphicData uri="http://schemas.openxmlformats.org/drawingml/2006/table">
            <a:tbl>
              <a:tblPr firstRow="1" firstCol="1" bandRow="1">
                <a:tableStyleId>{F5AB1C69-6EDB-4FF4-983F-18BD219EF322}</a:tableStyleId>
              </a:tblPr>
              <a:tblGrid>
                <a:gridCol w="3904607">
                  <a:extLst>
                    <a:ext uri="{9D8B030D-6E8A-4147-A177-3AD203B41FA5}">
                      <a16:colId xmlns="" xmlns:a16="http://schemas.microsoft.com/office/drawing/2014/main" val="3755768363"/>
                    </a:ext>
                  </a:extLst>
                </a:gridCol>
                <a:gridCol w="3687684">
                  <a:extLst>
                    <a:ext uri="{9D8B030D-6E8A-4147-A177-3AD203B41FA5}">
                      <a16:colId xmlns="" xmlns:a16="http://schemas.microsoft.com/office/drawing/2014/main" val="654434713"/>
                    </a:ext>
                  </a:extLst>
                </a:gridCol>
              </a:tblGrid>
              <a:tr h="1528739">
                <a:tc>
                  <a:txBody>
                    <a:bodyPr/>
                    <a:lstStyle/>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Customer: -</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External:</a:t>
                      </a:r>
                      <a:r>
                        <a:rPr lang="en-US" sz="1600" dirty="0">
                          <a:effectLst/>
                          <a:latin typeface="Times New Roman" panose="02020603050405020304" pitchFamily="18" charset="0"/>
                          <a:cs typeface="Times New Roman" panose="02020603050405020304" pitchFamily="18" charset="0"/>
                        </a:rPr>
                        <a:t> Whole Sale Customers.</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Internal:</a:t>
                      </a:r>
                      <a:r>
                        <a:rPr lang="en-US" sz="1600" dirty="0">
                          <a:effectLst/>
                          <a:latin typeface="Times New Roman" panose="02020603050405020304" pitchFamily="18" charset="0"/>
                          <a:cs typeface="Times New Roman" panose="02020603050405020304" pitchFamily="18" charset="0"/>
                        </a:rPr>
                        <a:t> Quality Assurance and Inspection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83F8"/>
                    </a:solidFill>
                  </a:tcPr>
                </a:tc>
                <a:tc>
                  <a:txBody>
                    <a:bodyPr/>
                    <a:lstStyle/>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Timeline:</a:t>
                      </a:r>
                      <a:r>
                        <a:rPr lang="en-US" sz="1600" dirty="0">
                          <a:effectLst/>
                          <a:latin typeface="Times New Roman" panose="02020603050405020304" pitchFamily="18" charset="0"/>
                          <a:cs typeface="Times New Roman" panose="02020603050405020304" pitchFamily="18" charset="0"/>
                        </a:rPr>
                        <a:t> See Gantt Chart</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Define</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Measure</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Analyze</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Improve</a:t>
                      </a:r>
                    </a:p>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Control</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83F8"/>
                    </a:solidFill>
                  </a:tcPr>
                </a:tc>
                <a:extLst>
                  <a:ext uri="{0D108BD9-81ED-4DB2-BD59-A6C34878D82A}">
                    <a16:rowId xmlns="" xmlns:a16="http://schemas.microsoft.com/office/drawing/2014/main" val="2044346612"/>
                  </a:ext>
                </a:extLst>
              </a:tr>
              <a:tr h="1528739">
                <a:tc>
                  <a:txBody>
                    <a:bodyPr/>
                    <a:lstStyle/>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Problem Statement:</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Low Sigma Level</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High Transit Time</a:t>
                      </a:r>
                    </a:p>
                    <a:p>
                      <a:pPr marL="0" marR="0" indent="0" algn="l">
                        <a:lnSpc>
                          <a:spcPct val="100000"/>
                        </a:lnSpc>
                        <a:spcBef>
                          <a:spcPts val="0"/>
                        </a:spcBef>
                        <a:spcAft>
                          <a:spcPts val="0"/>
                        </a:spcAft>
                        <a:buFont typeface="Arial" panose="020B0604020202020204" pitchFamily="34" charset="0"/>
                        <a:buNone/>
                      </a:pPr>
                      <a:endParaRPr lang="en-US" sz="1600" dirty="0">
                        <a:effectLst/>
                        <a:latin typeface="Times New Roman" panose="02020603050405020304" pitchFamily="18" charset="0"/>
                        <a:cs typeface="Times New Roman" panose="02020603050405020304" pitchFamily="18" charset="0"/>
                      </a:endParaRPr>
                    </a:p>
                    <a:p>
                      <a:pPr marL="0" marR="0" algn="l">
                        <a:lnSpc>
                          <a:spcPct val="100000"/>
                        </a:lnSpc>
                        <a:spcBef>
                          <a:spcPts val="0"/>
                        </a:spcBef>
                        <a:spcAft>
                          <a:spcPts val="0"/>
                        </a:spcAft>
                      </a:pP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83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effectLst/>
                          <a:latin typeface="Times New Roman" panose="02020603050405020304" pitchFamily="18" charset="0"/>
                          <a:cs typeface="Times New Roman" panose="02020603050405020304" pitchFamily="18" charset="0"/>
                        </a:rPr>
                        <a:t>Objective Statement:</a:t>
                      </a:r>
                    </a:p>
                    <a:p>
                      <a:pPr marL="0" marR="0" indent="0" algn="l">
                        <a:lnSpc>
                          <a:spcPct val="100000"/>
                        </a:lnSpc>
                        <a:spcBef>
                          <a:spcPts val="0"/>
                        </a:spcBef>
                        <a:spcAft>
                          <a:spcPts val="0"/>
                        </a:spcAft>
                        <a:buFont typeface="Arial" panose="020B0604020202020204" pitchFamily="34" charset="0"/>
                        <a:buNone/>
                      </a:pPr>
                      <a:r>
                        <a:rPr lang="en-US" sz="1600" dirty="0">
                          <a:effectLst/>
                          <a:latin typeface="Times New Roman" panose="02020603050405020304" pitchFamily="18" charset="0"/>
                          <a:cs typeface="Times New Roman" panose="02020603050405020304" pitchFamily="18" charset="0"/>
                        </a:rPr>
                        <a:t>Improving Quality of entire process:</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In terms of  cost.</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In terms of time.</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In terms of Sigma level.</a:t>
                      </a:r>
                      <a:endParaRPr lang="en-US" sz="1600" dirty="0">
                        <a:effectLst/>
                        <a:latin typeface="Times New Roman" panose="02020603050405020304" pitchFamily="18" charset="0"/>
                        <a:cs typeface="Times New Roman" panose="02020603050405020304" pitchFamily="18" charset="0"/>
                      </a:endParaRPr>
                    </a:p>
                    <a:p>
                      <a:pPr marL="0" marR="0" algn="l">
                        <a:lnSpc>
                          <a:spcPct val="100000"/>
                        </a:lnSpc>
                        <a:spcBef>
                          <a:spcPts val="0"/>
                        </a:spcBef>
                        <a:spcAft>
                          <a:spcPts val="0"/>
                        </a:spcAft>
                      </a:pPr>
                      <a:endParaRPr lang="en-US" sz="1600" dirty="0">
                        <a:effectLst/>
                        <a:latin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75953377"/>
                  </a:ext>
                </a:extLst>
              </a:tr>
              <a:tr h="1984106">
                <a:tc>
                  <a:txBody>
                    <a:bodyPr/>
                    <a:lstStyle/>
                    <a:p>
                      <a:pPr marL="0" marR="0" algn="l">
                        <a:lnSpc>
                          <a:spcPct val="100000"/>
                        </a:lnSpc>
                        <a:spcBef>
                          <a:spcPts val="0"/>
                        </a:spcBef>
                        <a:spcAft>
                          <a:spcPts val="0"/>
                        </a:spcAft>
                      </a:pPr>
                      <a:r>
                        <a:rPr lang="en-US" sz="1600" dirty="0">
                          <a:solidFill>
                            <a:schemeClr val="tx1"/>
                          </a:solidFill>
                          <a:effectLst/>
                          <a:latin typeface="Times New Roman" panose="02020603050405020304" pitchFamily="18" charset="0"/>
                          <a:cs typeface="Times New Roman" panose="02020603050405020304" pitchFamily="18" charset="0"/>
                        </a:rPr>
                        <a:t>Primary Concern:</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 Reducing defects in ampoules.</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Improving sigma level of the process</a:t>
                      </a:r>
                    </a:p>
                    <a:p>
                      <a:pPr marL="285750" marR="0" indent="-285750" algn="l">
                        <a:lnSpc>
                          <a:spcPct val="100000"/>
                        </a:lnSpc>
                        <a:spcBef>
                          <a:spcPts val="0"/>
                        </a:spcBef>
                        <a:spcAft>
                          <a:spcPts val="0"/>
                        </a:spcAft>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Decreasing Transit Time</a:t>
                      </a:r>
                    </a:p>
                    <a:p>
                      <a:pPr marL="0" marR="0" algn="l">
                        <a:lnSpc>
                          <a:spcPct val="100000"/>
                        </a:lnSpc>
                        <a:spcBef>
                          <a:spcPts val="0"/>
                        </a:spcBef>
                        <a:spcAft>
                          <a:spcPts val="0"/>
                        </a:spcAft>
                      </a:pPr>
                      <a:endParaRPr lang="en-US" sz="1600" dirty="0">
                        <a:effectLst/>
                        <a:latin typeface="Times New Roman" panose="02020603050405020304" pitchFamily="18" charset="0"/>
                        <a:cs typeface="Times New Roman" panose="02020603050405020304" pitchFamily="18" charset="0"/>
                      </a:endParaRPr>
                    </a:p>
                    <a:p>
                      <a:pPr marL="0" marR="0" algn="l">
                        <a:lnSpc>
                          <a:spcPct val="100000"/>
                        </a:lnSpc>
                        <a:spcBef>
                          <a:spcPts val="0"/>
                        </a:spcBef>
                        <a:spcAft>
                          <a:spcPts val="0"/>
                        </a:spcAft>
                      </a:pPr>
                      <a:endParaRPr lang="en-US" sz="1600" dirty="0">
                        <a:effectLst/>
                        <a:latin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A83F8"/>
                    </a:solidFill>
                  </a:tcPr>
                </a:tc>
                <a:tc>
                  <a:txBody>
                    <a:bodyPr/>
                    <a:lstStyle/>
                    <a:p>
                      <a:pPr marL="0" marR="0" algn="l">
                        <a:lnSpc>
                          <a:spcPct val="100000"/>
                        </a:lnSpc>
                        <a:spcBef>
                          <a:spcPts val="0"/>
                        </a:spcBef>
                        <a:spcAft>
                          <a:spcPts val="0"/>
                        </a:spcAft>
                      </a:pPr>
                      <a:r>
                        <a:rPr lang="en-US" sz="1600" b="1" dirty="0">
                          <a:effectLst/>
                          <a:latin typeface="Times New Roman" panose="02020603050405020304" pitchFamily="18" charset="0"/>
                          <a:cs typeface="Times New Roman" panose="02020603050405020304" pitchFamily="18" charset="0"/>
                        </a:rPr>
                        <a:t>Guide:</a:t>
                      </a:r>
                    </a:p>
                    <a:p>
                      <a:pPr marL="0" marR="0" algn="l">
                        <a:lnSpc>
                          <a:spcPct val="10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Dr.</a:t>
                      </a:r>
                      <a:r>
                        <a:rPr lang="en-US" sz="1600" baseline="0" dirty="0">
                          <a:effectLst/>
                          <a:latin typeface="Times New Roman" panose="02020603050405020304" pitchFamily="18" charset="0"/>
                          <a:cs typeface="Times New Roman" panose="02020603050405020304" pitchFamily="18" charset="0"/>
                        </a:rPr>
                        <a:t> Prof. K. </a:t>
                      </a:r>
                      <a:r>
                        <a:rPr lang="en-US" sz="1600" dirty="0">
                          <a:effectLst/>
                          <a:latin typeface="Times New Roman" panose="02020603050405020304" pitchFamily="18" charset="0"/>
                          <a:cs typeface="Times New Roman" panose="02020603050405020304" pitchFamily="18" charset="0"/>
                        </a:rPr>
                        <a:t>Muralidharan</a:t>
                      </a:r>
                    </a:p>
                    <a:p>
                      <a:pPr marL="0" marR="0" algn="l">
                        <a:lnSpc>
                          <a:spcPct val="10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Ms. Shukla Akruti</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effectLst/>
                          <a:latin typeface="Times New Roman" panose="02020603050405020304" pitchFamily="18" charset="0"/>
                          <a:cs typeface="Times New Roman" panose="02020603050405020304" pitchFamily="18" charset="0"/>
                        </a:rPr>
                        <a:t>Team Members: </a:t>
                      </a:r>
                      <a:r>
                        <a:rPr lang="en-US" sz="1600" dirty="0">
                          <a:effectLst/>
                          <a:latin typeface="Times New Roman" panose="02020603050405020304" pitchFamily="18" charset="0"/>
                          <a:cs typeface="Times New Roman" panose="02020603050405020304" pitchFamily="18" charset="0"/>
                        </a:rPr>
                        <a:t>Kunj Panchal</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Brijesh Dubey</a:t>
                      </a:r>
                      <a:endParaRPr lang="en-US" sz="1600" b="1" dirty="0">
                        <a:effectLst/>
                        <a:latin typeface="Times New Roman" panose="02020603050405020304" pitchFamily="18" charset="0"/>
                        <a:cs typeface="Times New Roman" panose="02020603050405020304" pitchFamily="18" charset="0"/>
                      </a:endParaRPr>
                    </a:p>
                    <a:p>
                      <a:pPr marL="0" marR="0" algn="l">
                        <a:lnSpc>
                          <a:spcPct val="10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                             Ira Chakraborty</a:t>
                      </a:r>
                    </a:p>
                    <a:p>
                      <a:pPr marL="0" marR="0" algn="l">
                        <a:lnSpc>
                          <a:spcPct val="10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                             Vernal Damor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102766742"/>
                  </a:ext>
                </a:extLst>
              </a:tr>
            </a:tbl>
          </a:graphicData>
        </a:graphic>
      </p:graphicFrame>
      <p:sp>
        <p:nvSpPr>
          <p:cNvPr id="8" name="Rectangle 1"/>
          <p:cNvSpPr>
            <a:spLocks noChangeArrowheads="1"/>
          </p:cNvSpPr>
          <p:nvPr/>
        </p:nvSpPr>
        <p:spPr bwMode="auto">
          <a:xfrm>
            <a:off x="1676400" y="84361"/>
            <a:ext cx="8915400" cy="7386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Times New Roman" panose="02020603050405020304" pitchFamily="18" charset="0"/>
              </a:rPr>
              <a:t>PROJECT CHARTER</a:t>
            </a:r>
            <a:r>
              <a:rPr lang="en-US" altLang="en-US" sz="1100" dirty="0">
                <a:latin typeface="Calibri" panose="020F0502020204030204" pitchFamily="34" charset="0"/>
                <a:ea typeface="Calibri" panose="020F0502020204030204" pitchFamily="34" charset="0"/>
                <a:cs typeface="Times New Roman" panose="02020603050405020304" pitchFamily="18" charset="0"/>
              </a:rPr>
              <a:t> </a:t>
            </a:r>
            <a:endParaRPr lang="en-US" altLang="en-US" sz="800" dirty="0"/>
          </a:p>
          <a:p>
            <a:pPr eaLnBrk="0" fontAlgn="base" hangingPunct="0">
              <a:spcBef>
                <a:spcPct val="0"/>
              </a:spcBef>
              <a:spcAft>
                <a:spcPct val="0"/>
              </a:spcAft>
            </a:pPr>
            <a:r>
              <a:rPr lang="en-US" altLang="en-US" b="1" dirty="0">
                <a:latin typeface="Calibri" panose="020F0502020204030204" pitchFamily="34" charset="0"/>
                <a:ea typeface="Calibri" panose="020F0502020204030204" pitchFamily="34" charset="0"/>
                <a:cs typeface="Times New Roman" panose="02020603050405020304" pitchFamily="18" charset="0"/>
              </a:rPr>
              <a:t>Title:</a:t>
            </a:r>
            <a:r>
              <a:rPr lang="en-US" altLang="en-US" dirty="0">
                <a:latin typeface="Calibri" panose="020F0502020204030204" pitchFamily="34" charset="0"/>
                <a:ea typeface="Calibri" panose="020F0502020204030204" pitchFamily="34" charset="0"/>
                <a:cs typeface="Times New Roman" panose="02020603050405020304" pitchFamily="18" charset="0"/>
              </a:rPr>
              <a:t> “Lean Six Sigma Project on Reducing Defects in Ampoules at Mercury Laboratories Ltd.”</a:t>
            </a:r>
            <a:endParaRPr lang="en-US" altLang="en-US" dirty="0">
              <a:latin typeface="Arial" panose="020B0604020202020204" pitchFamily="34" charset="0"/>
            </a:endParaRPr>
          </a:p>
        </p:txBody>
      </p:sp>
    </p:spTree>
    <p:extLst>
      <p:ext uri="{BB962C8B-B14F-4D97-AF65-F5344CB8AC3E}">
        <p14:creationId xmlns="" xmlns:p14="http://schemas.microsoft.com/office/powerpoint/2010/main" val="22083134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0"/>
            <a:ext cx="8229600" cy="762000"/>
          </a:xfrm>
        </p:spPr>
        <p:txBody>
          <a:bodyPr>
            <a:noAutofit/>
          </a:bodyPr>
          <a:lstStyle/>
          <a:p>
            <a:pPr>
              <a:defRPr/>
            </a:pPr>
            <a:r>
              <a:rPr lang="en-US" b="1" u="sng" dirty="0">
                <a:solidFill>
                  <a:schemeClr val="accent3">
                    <a:lumMod val="75000"/>
                  </a:schemeClr>
                </a:solidFill>
                <a:latin typeface="Times New Roman" panose="02020603050405020304" pitchFamily="18" charset="0"/>
                <a:cs typeface="Times New Roman" panose="02020603050405020304" pitchFamily="18" charset="0"/>
              </a:rPr>
              <a:t>SIPOC</a:t>
            </a:r>
            <a:r>
              <a:rPr lang="en-US" dirty="0">
                <a:solidFill>
                  <a:schemeClr val="accent3">
                    <a:lumMod val="75000"/>
                  </a:schemeClr>
                </a:solidFill>
              </a:rPr>
              <a:t>   </a:t>
            </a:r>
            <a:r>
              <a:rPr lang="en-US" sz="2400" dirty="0"/>
              <a:t>       </a:t>
            </a: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3351631587"/>
              </p:ext>
            </p:extLst>
          </p:nvPr>
        </p:nvGraphicFramePr>
        <p:xfrm>
          <a:off x="1584960" y="1241413"/>
          <a:ext cx="8991601" cy="5485789"/>
        </p:xfrm>
        <a:graphic>
          <a:graphicData uri="http://schemas.openxmlformats.org/drawingml/2006/table">
            <a:tbl>
              <a:tblPr firstRow="1" firstCol="1" bandRow="1">
                <a:tableStyleId>{F5AB1C69-6EDB-4FF4-983F-18BD219EF322}</a:tableStyleId>
              </a:tblPr>
              <a:tblGrid>
                <a:gridCol w="1304023">
                  <a:extLst>
                    <a:ext uri="{9D8B030D-6E8A-4147-A177-3AD203B41FA5}">
                      <a16:colId xmlns="" xmlns:a16="http://schemas.microsoft.com/office/drawing/2014/main" val="763152250"/>
                    </a:ext>
                  </a:extLst>
                </a:gridCol>
                <a:gridCol w="1378218">
                  <a:extLst>
                    <a:ext uri="{9D8B030D-6E8A-4147-A177-3AD203B41FA5}">
                      <a16:colId xmlns="" xmlns:a16="http://schemas.microsoft.com/office/drawing/2014/main" val="3293860518"/>
                    </a:ext>
                  </a:extLst>
                </a:gridCol>
                <a:gridCol w="1447800">
                  <a:extLst>
                    <a:ext uri="{9D8B030D-6E8A-4147-A177-3AD203B41FA5}">
                      <a16:colId xmlns="" xmlns:a16="http://schemas.microsoft.com/office/drawing/2014/main" val="2066910575"/>
                    </a:ext>
                  </a:extLst>
                </a:gridCol>
                <a:gridCol w="1676400">
                  <a:extLst>
                    <a:ext uri="{9D8B030D-6E8A-4147-A177-3AD203B41FA5}">
                      <a16:colId xmlns="" xmlns:a16="http://schemas.microsoft.com/office/drawing/2014/main" val="4155866575"/>
                    </a:ext>
                  </a:extLst>
                </a:gridCol>
                <a:gridCol w="1143000">
                  <a:extLst>
                    <a:ext uri="{9D8B030D-6E8A-4147-A177-3AD203B41FA5}">
                      <a16:colId xmlns="" xmlns:a16="http://schemas.microsoft.com/office/drawing/2014/main" val="2025656385"/>
                    </a:ext>
                  </a:extLst>
                </a:gridCol>
                <a:gridCol w="2042160">
                  <a:extLst>
                    <a:ext uri="{9D8B030D-6E8A-4147-A177-3AD203B41FA5}">
                      <a16:colId xmlns="" xmlns:a16="http://schemas.microsoft.com/office/drawing/2014/main" val="3957826956"/>
                    </a:ext>
                  </a:extLst>
                </a:gridCol>
              </a:tblGrid>
              <a:tr h="332515">
                <a:tc>
                  <a:txBody>
                    <a:bodyPr/>
                    <a:lstStyle/>
                    <a:p>
                      <a:pPr marL="0" marR="0" algn="ctr">
                        <a:lnSpc>
                          <a:spcPct val="107000"/>
                        </a:lnSpc>
                        <a:spcBef>
                          <a:spcPts val="0"/>
                        </a:spcBef>
                        <a:spcAft>
                          <a:spcPts val="0"/>
                        </a:spcAft>
                      </a:pPr>
                      <a:r>
                        <a:rPr lang="en-US" sz="800" dirty="0">
                          <a:solidFill>
                            <a:schemeClr val="bg1"/>
                          </a:solidFill>
                          <a:effectLst/>
                          <a:latin typeface="Times New Roman" panose="02020603050405020304" pitchFamily="18" charset="0"/>
                          <a:cs typeface="Times New Roman" panose="02020603050405020304" pitchFamily="18" charset="0"/>
                        </a:rPr>
                        <a:t> </a:t>
                      </a:r>
                      <a:endParaRPr lang="en-US" sz="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ctr">
                        <a:lnSpc>
                          <a:spcPct val="107000"/>
                        </a:lnSpc>
                        <a:spcBef>
                          <a:spcPts val="0"/>
                        </a:spcBef>
                        <a:spcAft>
                          <a:spcPts val="0"/>
                        </a:spcAft>
                      </a:pPr>
                      <a:r>
                        <a:rPr lang="en-US" sz="2000" dirty="0">
                          <a:solidFill>
                            <a:schemeClr val="bg1"/>
                          </a:solidFill>
                          <a:effectLst/>
                          <a:latin typeface="Times New Roman" panose="02020603050405020304" pitchFamily="18" charset="0"/>
                          <a:cs typeface="Times New Roman" panose="02020603050405020304" pitchFamily="18" charset="0"/>
                        </a:rPr>
                        <a:t>S</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ctr">
                        <a:lnSpc>
                          <a:spcPct val="107000"/>
                        </a:lnSpc>
                        <a:spcBef>
                          <a:spcPts val="0"/>
                        </a:spcBef>
                        <a:spcAft>
                          <a:spcPts val="0"/>
                        </a:spcAft>
                      </a:pPr>
                      <a:r>
                        <a:rPr lang="en-US" sz="2000" dirty="0">
                          <a:solidFill>
                            <a:schemeClr val="bg1"/>
                          </a:solidFill>
                          <a:effectLst/>
                          <a:latin typeface="Times New Roman" panose="02020603050405020304" pitchFamily="18" charset="0"/>
                          <a:cs typeface="Times New Roman" panose="02020603050405020304" pitchFamily="18" charset="0"/>
                        </a:rPr>
                        <a:t>I</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ctr">
                        <a:lnSpc>
                          <a:spcPct val="107000"/>
                        </a:lnSpc>
                        <a:spcBef>
                          <a:spcPts val="0"/>
                        </a:spcBef>
                        <a:spcAft>
                          <a:spcPts val="0"/>
                        </a:spcAft>
                      </a:pPr>
                      <a:r>
                        <a:rPr lang="en-US" sz="2000" dirty="0">
                          <a:solidFill>
                            <a:schemeClr val="bg1"/>
                          </a:solidFill>
                          <a:effectLst/>
                          <a:latin typeface="Times New Roman" panose="02020603050405020304" pitchFamily="18" charset="0"/>
                          <a:cs typeface="Times New Roman" panose="02020603050405020304" pitchFamily="18" charset="0"/>
                        </a:rPr>
                        <a:t>P</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ctr">
                        <a:lnSpc>
                          <a:spcPct val="107000"/>
                        </a:lnSpc>
                        <a:spcBef>
                          <a:spcPts val="0"/>
                        </a:spcBef>
                        <a:spcAft>
                          <a:spcPts val="0"/>
                        </a:spcAft>
                      </a:pPr>
                      <a:r>
                        <a:rPr lang="en-US" sz="2000" dirty="0">
                          <a:solidFill>
                            <a:schemeClr val="bg1"/>
                          </a:solidFill>
                          <a:effectLst/>
                          <a:latin typeface="Times New Roman" panose="02020603050405020304" pitchFamily="18" charset="0"/>
                          <a:cs typeface="Times New Roman" panose="02020603050405020304" pitchFamily="18" charset="0"/>
                        </a:rPr>
                        <a:t>O</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ctr">
                        <a:lnSpc>
                          <a:spcPct val="107000"/>
                        </a:lnSpc>
                        <a:spcBef>
                          <a:spcPts val="0"/>
                        </a:spcBef>
                        <a:spcAft>
                          <a:spcPts val="0"/>
                        </a:spcAft>
                      </a:pPr>
                      <a:r>
                        <a:rPr lang="en-US" sz="2000" dirty="0">
                          <a:solidFill>
                            <a:schemeClr val="bg1"/>
                          </a:solidFill>
                          <a:effectLst/>
                          <a:latin typeface="Times New Roman" panose="02020603050405020304" pitchFamily="18" charset="0"/>
                          <a:cs typeface="Times New Roman" panose="02020603050405020304" pitchFamily="18" charset="0"/>
                        </a:rPr>
                        <a:t>C</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extLst>
                  <a:ext uri="{0D108BD9-81ED-4DB2-BD59-A6C34878D82A}">
                    <a16:rowId xmlns="" xmlns:a16="http://schemas.microsoft.com/office/drawing/2014/main" val="590584829"/>
                  </a:ext>
                </a:extLst>
              </a:tr>
              <a:tr h="464115">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Process</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b="1" u="sng" dirty="0">
                          <a:effectLst/>
                          <a:latin typeface="Times New Roman" panose="02020603050405020304" pitchFamily="18" charset="0"/>
                          <a:cs typeface="Times New Roman" panose="02020603050405020304" pitchFamily="18" charset="0"/>
                        </a:rPr>
                        <a:t>Supplier</a:t>
                      </a:r>
                      <a:endParaRPr lang="en-US" sz="1400" b="1" u="sng"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b="1" u="sng" dirty="0">
                          <a:effectLst/>
                          <a:latin typeface="Times New Roman" panose="02020603050405020304" pitchFamily="18" charset="0"/>
                          <a:cs typeface="Times New Roman" panose="02020603050405020304" pitchFamily="18" charset="0"/>
                        </a:rPr>
                        <a:t>Input</a:t>
                      </a:r>
                      <a:endParaRPr lang="en-US" sz="1400" b="1" u="sng"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b="1" u="sng" dirty="0">
                          <a:effectLst/>
                          <a:latin typeface="Times New Roman" panose="02020603050405020304" pitchFamily="18" charset="0"/>
                          <a:cs typeface="Times New Roman" panose="02020603050405020304" pitchFamily="18" charset="0"/>
                        </a:rPr>
                        <a:t>Critical Process Steps</a:t>
                      </a:r>
                      <a:endParaRPr lang="en-US" sz="1400" b="1" u="sng"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b="1" u="sng" dirty="0">
                          <a:effectLst/>
                          <a:latin typeface="Times New Roman" panose="02020603050405020304" pitchFamily="18" charset="0"/>
                          <a:cs typeface="Times New Roman" panose="02020603050405020304" pitchFamily="18" charset="0"/>
                        </a:rPr>
                        <a:t>Output</a:t>
                      </a:r>
                      <a:endParaRPr lang="en-US" sz="1400" b="1" u="sng"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b="1" u="sng" dirty="0">
                          <a:effectLst/>
                          <a:latin typeface="Times New Roman" panose="02020603050405020304" pitchFamily="18" charset="0"/>
                          <a:cs typeface="Times New Roman" panose="02020603050405020304" pitchFamily="18" charset="0"/>
                        </a:rPr>
                        <a:t>Customer</a:t>
                      </a:r>
                      <a:endParaRPr lang="en-US" sz="1400" b="1" u="sng"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1318506000"/>
                  </a:ext>
                </a:extLst>
              </a:tr>
              <a:tr h="729414">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Washing</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F-Scout (Ampoule</a:t>
                      </a:r>
                      <a:r>
                        <a:rPr lang="en-US" sz="1400" baseline="0" dirty="0">
                          <a:effectLst/>
                          <a:latin typeface="Times New Roman" panose="02020603050405020304" pitchFamily="18" charset="0"/>
                          <a:cs typeface="Times New Roman" panose="02020603050405020304" pitchFamily="18" charset="0"/>
                        </a:rPr>
                        <a:t> bottle</a:t>
                      </a:r>
                      <a:r>
                        <a:rPr lang="en-US" sz="1400" dirty="0">
                          <a:effectLst/>
                          <a:latin typeface="Times New Roman" panose="02020603050405020304" pitchFamily="18" charset="0"/>
                          <a:cs typeface="Times New Roman" panose="02020603050405020304" pitchFamily="18" charset="0"/>
                        </a:rPr>
                        <a:t> manufacturing Company)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Loading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Washing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Placing in trays</a:t>
                      </a: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Washed Ampoules</a:t>
                      </a:r>
                    </a:p>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Filling Process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2448230615"/>
                  </a:ext>
                </a:extLst>
              </a:tr>
              <a:tr h="564375">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Filling</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Washing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Washed Ampoules</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Solution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Loading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Filling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Unloading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Filled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Cleaning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1424765126"/>
                  </a:ext>
                </a:extLst>
              </a:tr>
              <a:tr h="1276476">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Cleaning</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Filling Process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Filled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Water Testing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Cleaning of Sticky Solution</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Drying of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Cleaned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Visual Testing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2295493799"/>
                  </a:ext>
                </a:extLst>
              </a:tr>
              <a:tr h="1094122">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Visual Testing</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Cleaning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Cleaned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Glass Testing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Fiber Testing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Particle Testing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Tested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Packaging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1883609450"/>
                  </a:ext>
                </a:extLst>
              </a:tr>
              <a:tr h="720583">
                <a:tc>
                  <a:txBody>
                    <a:bodyPr/>
                    <a:lstStyle/>
                    <a:p>
                      <a:pPr marL="0" marR="0" algn="ctr">
                        <a:lnSpc>
                          <a:spcPct val="107000"/>
                        </a:lnSpc>
                        <a:spcBef>
                          <a:spcPts val="0"/>
                        </a:spcBef>
                        <a:spcAft>
                          <a:spcPts val="0"/>
                        </a:spcAft>
                      </a:pPr>
                      <a:r>
                        <a:rPr lang="en-US" sz="1600" b="1" dirty="0">
                          <a:solidFill>
                            <a:schemeClr val="bg1"/>
                          </a:solidFill>
                          <a:effectLst/>
                          <a:latin typeface="Times New Roman" panose="02020603050405020304" pitchFamily="18" charset="0"/>
                          <a:cs typeface="Times New Roman" panose="02020603050405020304" pitchFamily="18" charset="0"/>
                        </a:rPr>
                        <a:t>Packaging</a:t>
                      </a:r>
                      <a:endParaRPr lang="en-US" sz="1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solidFill>
                      <a:srgbClr val="00B0F0"/>
                    </a:solidFill>
                  </a:tcP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Tested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Tested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Box Making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Labelling</a:t>
                      </a:r>
                    </a:p>
                    <a:p>
                      <a:pPr marL="342900" marR="0" lvl="0" indent="-342900" algn="l">
                        <a:lnSpc>
                          <a:spcPct val="107000"/>
                        </a:lnSpc>
                        <a:spcBef>
                          <a:spcPts val="0"/>
                        </a:spcBef>
                        <a:spcAft>
                          <a:spcPts val="0"/>
                        </a:spcAft>
                        <a:buFont typeface="+mj-lt"/>
                        <a:buAutoNum type="arabicPeriod"/>
                      </a:pPr>
                      <a:r>
                        <a:rPr lang="en-US" sz="1400" dirty="0">
                          <a:effectLst/>
                          <a:latin typeface="Times New Roman" panose="02020603050405020304" pitchFamily="18" charset="0"/>
                          <a:cs typeface="Times New Roman" panose="02020603050405020304" pitchFamily="18" charset="0"/>
                        </a:rPr>
                        <a:t>Box Filling</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Packaged Ampoules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tc>
                  <a:txBody>
                    <a:bodyPr/>
                    <a:lstStyle/>
                    <a:p>
                      <a:pPr marL="0" marR="0" algn="l">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Production Unit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2405" marR="62405" marT="0" marB="0" anchor="ctr"/>
                </a:tc>
                <a:extLst>
                  <a:ext uri="{0D108BD9-81ED-4DB2-BD59-A6C34878D82A}">
                    <a16:rowId xmlns="" xmlns:a16="http://schemas.microsoft.com/office/drawing/2014/main" val="4043645383"/>
                  </a:ext>
                </a:extLst>
              </a:tr>
            </a:tbl>
          </a:graphicData>
        </a:graphic>
      </p:graphicFrame>
      <p:sp>
        <p:nvSpPr>
          <p:cNvPr id="5" name="Rectangle 1"/>
          <p:cNvSpPr>
            <a:spLocks noChangeArrowheads="1"/>
          </p:cNvSpPr>
          <p:nvPr/>
        </p:nvSpPr>
        <p:spPr bwMode="auto">
          <a:xfrm>
            <a:off x="-1642149" y="130187"/>
            <a:ext cx="15476304" cy="2616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100" dirty="0">
                <a:latin typeface="Calibri" panose="020F0502020204030204" pitchFamily="34" charset="0"/>
                <a:ea typeface="Calibri" panose="020F0502020204030204" pitchFamily="34" charset="0"/>
                <a:cs typeface="Times New Roman" panose="02020603050405020304" pitchFamily="18" charset="0"/>
              </a:rPr>
              <a:t> </a:t>
            </a:r>
            <a:endParaRPr lang="en-US" altLang="en-US" dirty="0">
              <a:latin typeface="Arial" panose="020B0604020202020204" pitchFamily="34" charset="0"/>
            </a:endParaRPr>
          </a:p>
        </p:txBody>
      </p:sp>
    </p:spTree>
    <p:extLst>
      <p:ext uri="{BB962C8B-B14F-4D97-AF65-F5344CB8AC3E}">
        <p14:creationId xmlns="" xmlns:p14="http://schemas.microsoft.com/office/powerpoint/2010/main" val="2242847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4238118054"/>
              </p:ext>
            </p:extLst>
          </p:nvPr>
        </p:nvGraphicFramePr>
        <p:xfrm>
          <a:off x="1981206" y="1796962"/>
          <a:ext cx="7500417" cy="3829744"/>
        </p:xfrm>
        <a:graphic>
          <a:graphicData uri="http://schemas.openxmlformats.org/drawingml/2006/table">
            <a:tbl>
              <a:tblPr firstRow="1" bandRow="1">
                <a:tableStyleId>{BDBED569-4797-4DF1-A0F4-6AAB3CD982D8}</a:tableStyleId>
              </a:tblPr>
              <a:tblGrid>
                <a:gridCol w="1361612">
                  <a:extLst>
                    <a:ext uri="{9D8B030D-6E8A-4147-A177-3AD203B41FA5}">
                      <a16:colId xmlns="" xmlns:a16="http://schemas.microsoft.com/office/drawing/2014/main" val="20000"/>
                    </a:ext>
                  </a:extLst>
                </a:gridCol>
                <a:gridCol w="1037166">
                  <a:extLst>
                    <a:ext uri="{9D8B030D-6E8A-4147-A177-3AD203B41FA5}">
                      <a16:colId xmlns="" xmlns:a16="http://schemas.microsoft.com/office/drawing/2014/main" val="20001"/>
                    </a:ext>
                  </a:extLst>
                </a:gridCol>
                <a:gridCol w="399795">
                  <a:extLst>
                    <a:ext uri="{9D8B030D-6E8A-4147-A177-3AD203B41FA5}">
                      <a16:colId xmlns="" xmlns:a16="http://schemas.microsoft.com/office/drawing/2014/main" val="20004"/>
                    </a:ext>
                  </a:extLst>
                </a:gridCol>
                <a:gridCol w="319836">
                  <a:extLst>
                    <a:ext uri="{9D8B030D-6E8A-4147-A177-3AD203B41FA5}">
                      <a16:colId xmlns="" xmlns:a16="http://schemas.microsoft.com/office/drawing/2014/main" val="20005"/>
                    </a:ext>
                  </a:extLst>
                </a:gridCol>
                <a:gridCol w="319836">
                  <a:extLst>
                    <a:ext uri="{9D8B030D-6E8A-4147-A177-3AD203B41FA5}">
                      <a16:colId xmlns="" xmlns:a16="http://schemas.microsoft.com/office/drawing/2014/main" val="20006"/>
                    </a:ext>
                  </a:extLst>
                </a:gridCol>
                <a:gridCol w="319836">
                  <a:extLst>
                    <a:ext uri="{9D8B030D-6E8A-4147-A177-3AD203B41FA5}">
                      <a16:colId xmlns="" xmlns:a16="http://schemas.microsoft.com/office/drawing/2014/main" val="20007"/>
                    </a:ext>
                  </a:extLst>
                </a:gridCol>
                <a:gridCol w="319836">
                  <a:extLst>
                    <a:ext uri="{9D8B030D-6E8A-4147-A177-3AD203B41FA5}">
                      <a16:colId xmlns="" xmlns:a16="http://schemas.microsoft.com/office/drawing/2014/main" val="20008"/>
                    </a:ext>
                  </a:extLst>
                </a:gridCol>
                <a:gridCol w="319836">
                  <a:extLst>
                    <a:ext uri="{9D8B030D-6E8A-4147-A177-3AD203B41FA5}">
                      <a16:colId xmlns="" xmlns:a16="http://schemas.microsoft.com/office/drawing/2014/main" val="20009"/>
                    </a:ext>
                  </a:extLst>
                </a:gridCol>
                <a:gridCol w="319836">
                  <a:extLst>
                    <a:ext uri="{9D8B030D-6E8A-4147-A177-3AD203B41FA5}">
                      <a16:colId xmlns="" xmlns:a16="http://schemas.microsoft.com/office/drawing/2014/main" val="20010"/>
                    </a:ext>
                  </a:extLst>
                </a:gridCol>
                <a:gridCol w="319836">
                  <a:extLst>
                    <a:ext uri="{9D8B030D-6E8A-4147-A177-3AD203B41FA5}">
                      <a16:colId xmlns="" xmlns:a16="http://schemas.microsoft.com/office/drawing/2014/main" val="20011"/>
                    </a:ext>
                  </a:extLst>
                </a:gridCol>
                <a:gridCol w="274794">
                  <a:extLst>
                    <a:ext uri="{9D8B030D-6E8A-4147-A177-3AD203B41FA5}">
                      <a16:colId xmlns="" xmlns:a16="http://schemas.microsoft.com/office/drawing/2014/main" val="20012"/>
                    </a:ext>
                  </a:extLst>
                </a:gridCol>
                <a:gridCol w="340401">
                  <a:extLst>
                    <a:ext uri="{9D8B030D-6E8A-4147-A177-3AD203B41FA5}">
                      <a16:colId xmlns="" xmlns:a16="http://schemas.microsoft.com/office/drawing/2014/main" val="20013"/>
                    </a:ext>
                  </a:extLst>
                </a:gridCol>
                <a:gridCol w="248306">
                  <a:extLst>
                    <a:ext uri="{9D8B030D-6E8A-4147-A177-3AD203B41FA5}">
                      <a16:colId xmlns="" xmlns:a16="http://schemas.microsoft.com/office/drawing/2014/main" val="20014"/>
                    </a:ext>
                  </a:extLst>
                </a:gridCol>
                <a:gridCol w="315990">
                  <a:extLst>
                    <a:ext uri="{9D8B030D-6E8A-4147-A177-3AD203B41FA5}">
                      <a16:colId xmlns="" xmlns:a16="http://schemas.microsoft.com/office/drawing/2014/main" val="20015"/>
                    </a:ext>
                  </a:extLst>
                </a:gridCol>
                <a:gridCol w="315990">
                  <a:extLst>
                    <a:ext uri="{9D8B030D-6E8A-4147-A177-3AD203B41FA5}">
                      <a16:colId xmlns="" xmlns:a16="http://schemas.microsoft.com/office/drawing/2014/main" val="20016"/>
                    </a:ext>
                  </a:extLst>
                </a:gridCol>
                <a:gridCol w="327840">
                  <a:extLst>
                    <a:ext uri="{9D8B030D-6E8A-4147-A177-3AD203B41FA5}">
                      <a16:colId xmlns="" xmlns:a16="http://schemas.microsoft.com/office/drawing/2014/main" val="20017"/>
                    </a:ext>
                  </a:extLst>
                </a:gridCol>
                <a:gridCol w="323681">
                  <a:extLst>
                    <a:ext uri="{9D8B030D-6E8A-4147-A177-3AD203B41FA5}">
                      <a16:colId xmlns="" xmlns:a16="http://schemas.microsoft.com/office/drawing/2014/main" val="20018"/>
                    </a:ext>
                  </a:extLst>
                </a:gridCol>
                <a:gridCol w="315990">
                  <a:extLst>
                    <a:ext uri="{9D8B030D-6E8A-4147-A177-3AD203B41FA5}">
                      <a16:colId xmlns="" xmlns:a16="http://schemas.microsoft.com/office/drawing/2014/main" val="20019"/>
                    </a:ext>
                  </a:extLst>
                </a:gridCol>
              </a:tblGrid>
              <a:tr h="419064">
                <a:tc gridSpan="18">
                  <a:txBody>
                    <a:bodyPr/>
                    <a:lstStyle/>
                    <a:p>
                      <a:pPr algn="ctr" fontAlgn="t"/>
                      <a:r>
                        <a:rPr lang="en-US" sz="1100" b="0" i="0" u="none" strike="noStrike" dirty="0">
                          <a:solidFill>
                            <a:srgbClr val="000000"/>
                          </a:solidFill>
                          <a:effectLst/>
                          <a:latin typeface="Arial" panose="020B0604020202020204" pitchFamily="34" charset="0"/>
                        </a:rPr>
                        <a:t>Company Name: </a:t>
                      </a:r>
                      <a:r>
                        <a:rPr lang="en-US" sz="1100" b="1" i="0" u="none" strike="noStrike" dirty="0">
                          <a:solidFill>
                            <a:srgbClr val="000000"/>
                          </a:solidFill>
                          <a:effectLst/>
                          <a:latin typeface="Arial" panose="020B0604020202020204" pitchFamily="34" charset="0"/>
                        </a:rPr>
                        <a:t>Mercury Laboratories Limited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endParaRPr lang="en-US"/>
                    </a:p>
                  </a:txBody>
                  <a:tcPr>
                    <a:solidFill>
                      <a:schemeClr val="accent5">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accent5">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accent5">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solidFill>
                      <a:schemeClr val="accent5">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solidFill>
                      <a:schemeClr val="accent5">
                        <a:lumMod val="20000"/>
                        <a:lumOff val="80000"/>
                      </a:schemeClr>
                    </a:solidFill>
                  </a:tcPr>
                </a:tc>
                <a:tc hMerge="1">
                  <a:txBody>
                    <a:bodyPr/>
                    <a:lstStyle/>
                    <a:p>
                      <a:endParaRPr lang="en-US"/>
                    </a:p>
                  </a:txBody>
                  <a:tcPr/>
                </a:tc>
                <a:extLst>
                  <a:ext uri="{0D108BD9-81ED-4DB2-BD59-A6C34878D82A}">
                    <a16:rowId xmlns="" xmlns:a16="http://schemas.microsoft.com/office/drawing/2014/main" val="2199732577"/>
                  </a:ext>
                </a:extLst>
              </a:tr>
              <a:tr h="384380">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Month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100" dirty="0">
                          <a:latin typeface="Times New Roman" pitchFamily="18" charset="0"/>
                          <a:cs typeface="Times New Roman" pitchFamily="18" charset="0"/>
                        </a:rPr>
                        <a:t>December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gridSpan="4">
                  <a:txBody>
                    <a:bodyPr/>
                    <a:lstStyle/>
                    <a:p>
                      <a:pPr algn="ctr"/>
                      <a:r>
                        <a:rPr lang="en-US" sz="1100" dirty="0">
                          <a:latin typeface="Times New Roman" pitchFamily="18" charset="0"/>
                          <a:cs typeface="Times New Roman" pitchFamily="18" charset="0"/>
                        </a:rPr>
                        <a:t>January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sz="1100" dirty="0">
                          <a:latin typeface="Times New Roman" pitchFamily="18" charset="0"/>
                          <a:cs typeface="Times New Roman" pitchFamily="18" charset="0"/>
                        </a:rPr>
                        <a:t>February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sz="1100" dirty="0">
                          <a:latin typeface="Times New Roman" pitchFamily="18" charset="0"/>
                          <a:cs typeface="Times New Roman" pitchFamily="18" charset="0"/>
                        </a:rPr>
                        <a:t>March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2">
                  <a:txBody>
                    <a:bodyPr/>
                    <a:lstStyle/>
                    <a:p>
                      <a:pPr algn="ctr"/>
                      <a:r>
                        <a:rPr lang="en-US" sz="1100" dirty="0">
                          <a:latin typeface="Times New Roman" pitchFamily="18" charset="0"/>
                          <a:cs typeface="Times New Roman" pitchFamily="18" charset="0"/>
                        </a:rPr>
                        <a:t>April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 xmlns:a16="http://schemas.microsoft.com/office/drawing/2014/main" val="10000"/>
                  </a:ext>
                </a:extLst>
              </a:tr>
              <a:tr h="233374">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Week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285896">
                <a:tc rowSpan="2">
                  <a:txBody>
                    <a:bodyPr/>
                    <a:lstStyle/>
                    <a:p>
                      <a:pPr algn="ctr"/>
                      <a:r>
                        <a:rPr lang="en-US" sz="1100" b="1" dirty="0">
                          <a:latin typeface="Times New Roman" pitchFamily="18" charset="0"/>
                          <a:cs typeface="Times New Roman" pitchFamily="18" charset="0"/>
                        </a:rPr>
                        <a:t>Define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b="1" dirty="0">
                          <a:latin typeface="Times New Roman" pitchFamily="18" charset="0"/>
                          <a:cs typeface="Times New Roman" pitchFamily="18" charset="0"/>
                        </a:rPr>
                        <a:t>Scheduled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solidFill>
                          <a:schemeClr val="accent2">
                            <a:lumMod val="40000"/>
                            <a:lumOff val="60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solidFill>
                          <a:schemeClr val="accent2">
                            <a:lumMod val="40000"/>
                            <a:lumOff val="60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solidFill>
                          <a:schemeClr val="accent4">
                            <a:lumMod val="20000"/>
                            <a:lumOff val="80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233374">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solidFill>
                          <a:srgbClr val="00B05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solidFill>
                          <a:srgbClr val="00B05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285896">
                <a:tc rowSpan="2">
                  <a:txBody>
                    <a:bodyPr/>
                    <a:lstStyle/>
                    <a:p>
                      <a:pPr algn="ctr"/>
                      <a:r>
                        <a:rPr lang="en-US" sz="1100" b="1" dirty="0">
                          <a:latin typeface="Times New Roman" pitchFamily="18" charset="0"/>
                          <a:cs typeface="Times New Roman" pitchFamily="18" charset="0"/>
                        </a:rPr>
                        <a:t>Measure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Scheduled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233374">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r h="285896">
                <a:tc rowSpan="2">
                  <a:txBody>
                    <a:bodyPr/>
                    <a:lstStyle/>
                    <a:p>
                      <a:pPr algn="ctr"/>
                      <a:r>
                        <a:rPr lang="en-US" sz="1100" b="1" dirty="0">
                          <a:latin typeface="Times New Roman" pitchFamily="18" charset="0"/>
                          <a:cs typeface="Times New Roman" pitchFamily="18" charset="0"/>
                        </a:rPr>
                        <a:t>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Scheduled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6"/>
                  </a:ext>
                </a:extLst>
              </a:tr>
              <a:tr h="233374">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7"/>
                  </a:ext>
                </a:extLst>
              </a:tr>
              <a:tr h="285896">
                <a:tc rowSpan="2">
                  <a:txBody>
                    <a:bodyPr/>
                    <a:lstStyle/>
                    <a:p>
                      <a:pPr algn="l"/>
                      <a:r>
                        <a:rPr lang="en-US" sz="1100" b="1" dirty="0">
                          <a:latin typeface="Times New Roman" pitchFamily="18" charset="0"/>
                          <a:cs typeface="Times New Roman" pitchFamily="18" charset="0"/>
                        </a:rPr>
                        <a:t>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Scheduled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8"/>
                  </a:ext>
                </a:extLst>
              </a:tr>
              <a:tr h="233374">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9"/>
                  </a:ext>
                </a:extLst>
              </a:tr>
              <a:tr h="285896">
                <a:tc rowSpan="2">
                  <a:txBody>
                    <a:bodyPr/>
                    <a:lstStyle/>
                    <a:p>
                      <a:pPr algn="ctr"/>
                      <a:r>
                        <a:rPr lang="en-US" sz="1100" b="1" dirty="0">
                          <a:latin typeface="Times New Roman" pitchFamily="18" charset="0"/>
                          <a:cs typeface="Times New Roman" pitchFamily="18" charset="0"/>
                        </a:rPr>
                        <a:t>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Scheduled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 xmlns:a16="http://schemas.microsoft.com/office/drawing/2014/main" val="10010"/>
                  </a:ext>
                </a:extLst>
              </a:tr>
              <a:tr h="233374">
                <a:tc v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itchFamily="18" charset="0"/>
                          <a:cs typeface="Times New Roman" pitchFamily="18" charset="0"/>
                        </a:rPr>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 xmlns:a16="http://schemas.microsoft.com/office/drawing/2014/main" val="10011"/>
                  </a:ext>
                </a:extLst>
              </a:tr>
            </a:tbl>
          </a:graphicData>
        </a:graphic>
      </p:graphicFrame>
      <p:sp>
        <p:nvSpPr>
          <p:cNvPr id="2" name="Title 1"/>
          <p:cNvSpPr>
            <a:spLocks noGrp="1"/>
          </p:cNvSpPr>
          <p:nvPr>
            <p:ph type="title"/>
          </p:nvPr>
        </p:nvSpPr>
        <p:spPr>
          <a:xfrm>
            <a:off x="1981200" y="381001"/>
            <a:ext cx="8229600" cy="662035"/>
          </a:xfrm>
        </p:spPr>
        <p:txBody>
          <a:bodyPr>
            <a:normAutofit/>
          </a:bodyPr>
          <a:lstStyle/>
          <a:p>
            <a:r>
              <a:rPr lang="en-US" u="sng" dirty="0">
                <a:latin typeface="Times New Roman" panose="02020603050405020304" pitchFamily="18" charset="0"/>
                <a:cs typeface="Times New Roman" panose="02020603050405020304" pitchFamily="18" charset="0"/>
              </a:rPr>
              <a:t>Gantt Chart</a:t>
            </a:r>
          </a:p>
        </p:txBody>
      </p:sp>
      <p:sp>
        <p:nvSpPr>
          <p:cNvPr id="5" name="TextBox 4"/>
          <p:cNvSpPr txBox="1"/>
          <p:nvPr/>
        </p:nvSpPr>
        <p:spPr>
          <a:xfrm>
            <a:off x="1981200" y="1143000"/>
            <a:ext cx="7848600" cy="553998"/>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The  Gantt chart is a simple horizontal Bar chart, where bars represents the actual calendar time which is planned for each task. The scale used for this will depend on the overall size of the project.</a:t>
            </a:r>
          </a:p>
        </p:txBody>
      </p:sp>
    </p:spTree>
    <p:extLst>
      <p:ext uri="{BB962C8B-B14F-4D97-AF65-F5344CB8AC3E}">
        <p14:creationId xmlns="" xmlns:p14="http://schemas.microsoft.com/office/powerpoint/2010/main" val="36411364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 Phase Summary:</a:t>
            </a:r>
          </a:p>
        </p:txBody>
      </p:sp>
      <p:sp>
        <p:nvSpPr>
          <p:cNvPr id="3" name="Content Placeholder 2"/>
          <p:cNvSpPr>
            <a:spLocks noGrp="1"/>
          </p:cNvSpPr>
          <p:nvPr>
            <p:ph idx="1"/>
          </p:nvPr>
        </p:nvSpPr>
        <p:spPr>
          <a:xfrm>
            <a:off x="2133599" y="2160591"/>
            <a:ext cx="6781802" cy="3554410"/>
          </a:xfrm>
        </p:spPr>
        <p:txBody>
          <a:bodyPr>
            <a:normAutofit/>
          </a:bodyPr>
          <a:lstStyle/>
          <a:p>
            <a:pPr algn="just"/>
            <a:r>
              <a:rPr lang="en-US" sz="2400" dirty="0">
                <a:latin typeface="Times New Roman" panose="02020603050405020304" pitchFamily="18" charset="0"/>
                <a:cs typeface="Times New Roman" panose="02020603050405020304" pitchFamily="18" charset="0"/>
              </a:rPr>
              <a:t>We started by preparing the Project Charter.  Gantt chart which represents the actual calendar time which is planned for each phase of DMAIC. Then we used SIPOC for better understanding of the process .</a:t>
            </a:r>
          </a:p>
        </p:txBody>
      </p:sp>
    </p:spTree>
    <p:extLst>
      <p:ext uri="{BB962C8B-B14F-4D97-AF65-F5344CB8AC3E}">
        <p14:creationId xmlns="" xmlns:p14="http://schemas.microsoft.com/office/powerpoint/2010/main" val="42337034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4202" y="595745"/>
            <a:ext cx="8596668" cy="1320800"/>
          </a:xfrm>
        </p:spPr>
        <p:txBody>
          <a:bodyPr>
            <a:normAutofit/>
          </a:bodyPr>
          <a:lstStyle/>
          <a:p>
            <a:r>
              <a:rPr lang="en-US" u="sng" dirty="0">
                <a:latin typeface="Times New Roman" panose="02020603050405020304" pitchFamily="18" charset="0"/>
                <a:cs typeface="Times New Roman" panose="02020603050405020304" pitchFamily="18" charset="0"/>
              </a:rPr>
              <a:t>Measure Stage Roadmap</a:t>
            </a:r>
          </a:p>
        </p:txBody>
      </p:sp>
      <p:graphicFrame>
        <p:nvGraphicFramePr>
          <p:cNvPr id="6" name="Diagram 5"/>
          <p:cNvGraphicFramePr/>
          <p:nvPr>
            <p:extLst>
              <p:ext uri="{D42A27DB-BD31-4B8C-83A1-F6EECF244321}">
                <p14:modId xmlns="" xmlns:p14="http://schemas.microsoft.com/office/powerpoint/2010/main" val="3427249535"/>
              </p:ext>
            </p:extLst>
          </p:nvPr>
        </p:nvGraphicFramePr>
        <p:xfrm>
          <a:off x="1984201" y="836150"/>
          <a:ext cx="6951981" cy="3999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15428464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u="sng" dirty="0"/>
              <a:t>DATA COLLECTION SHEET</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Our main purpose to collect the data was to find out the defects in each process of ampoules starting from washing upto packaging.</a:t>
            </a:r>
          </a:p>
          <a:p>
            <a:r>
              <a:rPr lang="en-US" sz="2400" dirty="0">
                <a:latin typeface="Times New Roman" panose="02020603050405020304" pitchFamily="18" charset="0"/>
                <a:cs typeface="Times New Roman" panose="02020603050405020304" pitchFamily="18" charset="0"/>
              </a:rPr>
              <a:t>We started collecting our data from 22</a:t>
            </a:r>
            <a:r>
              <a:rPr lang="en-US" sz="2400" baseline="30000" dirty="0">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December 2016.</a:t>
            </a:r>
          </a:p>
        </p:txBody>
      </p:sp>
      <p:graphicFrame>
        <p:nvGraphicFramePr>
          <p:cNvPr id="5" name="Object 4"/>
          <p:cNvGraphicFramePr>
            <a:graphicFrameLocks noChangeAspect="1"/>
          </p:cNvGraphicFramePr>
          <p:nvPr>
            <p:extLst>
              <p:ext uri="{D42A27DB-BD31-4B8C-83A1-F6EECF244321}">
                <p14:modId xmlns="" xmlns:p14="http://schemas.microsoft.com/office/powerpoint/2010/main" val="2935415100"/>
              </p:ext>
            </p:extLst>
          </p:nvPr>
        </p:nvGraphicFramePr>
        <p:xfrm>
          <a:off x="6299980" y="3938954"/>
          <a:ext cx="1282506" cy="1112179"/>
        </p:xfrm>
        <a:graphic>
          <a:graphicData uri="http://schemas.openxmlformats.org/presentationml/2006/ole">
            <p:oleObj spid="_x0000_s1055" name="Worksheet" showAsIcon="1" r:id="rId3" imgW="914400" imgH="771480" progId="Excel.Sheet.12">
              <p:embed/>
            </p:oleObj>
          </a:graphicData>
        </a:graphic>
      </p:graphicFrame>
    </p:spTree>
    <p:extLst>
      <p:ext uri="{BB962C8B-B14F-4D97-AF65-F5344CB8AC3E}">
        <p14:creationId xmlns="" xmlns:p14="http://schemas.microsoft.com/office/powerpoint/2010/main" val="28901124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145" y="130544"/>
            <a:ext cx="8596668" cy="720436"/>
          </a:xfrm>
        </p:spPr>
        <p:txBody>
          <a:bodyPr>
            <a:normAutofit fontScale="90000"/>
          </a:bodyPr>
          <a:lstStyle/>
          <a:p>
            <a:r>
              <a:rPr lang="en-US" u="heavy" dirty="0"/>
              <a:t>Initial Process Sigma Level</a:t>
            </a:r>
            <a:r>
              <a:rPr lang="en-US" dirty="0"/>
              <a:t/>
            </a:r>
            <a:br>
              <a:rPr lang="en-US" dirty="0"/>
            </a:br>
            <a:endParaRPr lang="en-US" dirty="0"/>
          </a:p>
        </p:txBody>
      </p:sp>
      <p:pic>
        <p:nvPicPr>
          <p:cNvPr id="10" name="Picture 9"/>
          <p:cNvPicPr>
            <a:picLocks noChangeAspect="1"/>
          </p:cNvPicPr>
          <p:nvPr/>
        </p:nvPicPr>
        <p:blipFill>
          <a:blip r:embed="rId2" cstate="print"/>
          <a:stretch>
            <a:fillRect/>
          </a:stretch>
        </p:blipFill>
        <p:spPr>
          <a:xfrm>
            <a:off x="1510145" y="850980"/>
            <a:ext cx="6096000" cy="4220340"/>
          </a:xfrm>
          <a:prstGeom prst="rect">
            <a:avLst/>
          </a:prstGeom>
        </p:spPr>
      </p:pic>
      <p:pic>
        <p:nvPicPr>
          <p:cNvPr id="12" name="Picture 11"/>
          <p:cNvPicPr>
            <a:picLocks noChangeAspect="1"/>
          </p:cNvPicPr>
          <p:nvPr/>
        </p:nvPicPr>
        <p:blipFill>
          <a:blip r:embed="rId3" cstate="print"/>
          <a:stretch>
            <a:fillRect/>
          </a:stretch>
        </p:blipFill>
        <p:spPr>
          <a:xfrm>
            <a:off x="3204578" y="4831654"/>
            <a:ext cx="6542011" cy="1920204"/>
          </a:xfrm>
          <a:prstGeom prst="rect">
            <a:avLst/>
          </a:prstGeom>
        </p:spPr>
      </p:pic>
    </p:spTree>
    <p:extLst>
      <p:ext uri="{BB962C8B-B14F-4D97-AF65-F5344CB8AC3E}">
        <p14:creationId xmlns="" xmlns:p14="http://schemas.microsoft.com/office/powerpoint/2010/main" val="2888523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2390" y="609600"/>
            <a:ext cx="8596668" cy="665018"/>
          </a:xfrm>
        </p:spPr>
        <p:txBody>
          <a:bodyPr/>
          <a:lstStyle/>
          <a:p>
            <a:r>
              <a:rPr lang="en-US" u="sng" dirty="0"/>
              <a:t>ANALYSIS PHASE ROADMAP</a:t>
            </a:r>
          </a:p>
        </p:txBody>
      </p:sp>
      <p:graphicFrame>
        <p:nvGraphicFramePr>
          <p:cNvPr id="5" name="Diagram 4"/>
          <p:cNvGraphicFramePr/>
          <p:nvPr>
            <p:extLst>
              <p:ext uri="{D42A27DB-BD31-4B8C-83A1-F6EECF244321}">
                <p14:modId xmlns="" xmlns:p14="http://schemas.microsoft.com/office/powerpoint/2010/main" val="1934288489"/>
              </p:ext>
            </p:extLst>
          </p:nvPr>
        </p:nvGraphicFramePr>
        <p:xfrm>
          <a:off x="1692388" y="1274617"/>
          <a:ext cx="7811829" cy="4378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4109384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078" y="124691"/>
            <a:ext cx="8596668" cy="692727"/>
          </a:xfrm>
        </p:spPr>
        <p:txBody>
          <a:bodyPr/>
          <a:lstStyle/>
          <a:p>
            <a:r>
              <a:rPr lang="en-US" dirty="0"/>
              <a:t>Cause and Effect Diagram</a:t>
            </a:r>
          </a:p>
        </p:txBody>
      </p:sp>
      <p:pic>
        <p:nvPicPr>
          <p:cNvPr id="4" name="Picture 3"/>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73078" y="817418"/>
            <a:ext cx="9048558" cy="5832764"/>
          </a:xfrm>
          <a:prstGeom prst="rect">
            <a:avLst/>
          </a:prstGeom>
          <a:noFill/>
        </p:spPr>
      </p:pic>
    </p:spTree>
    <p:extLst>
      <p:ext uri="{BB962C8B-B14F-4D97-AF65-F5344CB8AC3E}">
        <p14:creationId xmlns="" xmlns:p14="http://schemas.microsoft.com/office/powerpoint/2010/main" val="39838572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77334" y="609600"/>
            <a:ext cx="8596668" cy="734291"/>
          </a:xfrm>
        </p:spPr>
        <p:txBody>
          <a:bodyPr/>
          <a:lstStyle/>
          <a:p>
            <a:r>
              <a:rPr lang="en-US" b="1" u="sng" dirty="0"/>
              <a:t>Causes of Defects in each process:</a:t>
            </a:r>
            <a:endParaRPr lang="en-US" dirty="0"/>
          </a:p>
        </p:txBody>
      </p:sp>
      <p:sp>
        <p:nvSpPr>
          <p:cNvPr id="7" name="Content Placeholder 6"/>
          <p:cNvSpPr>
            <a:spLocks noGrp="1"/>
          </p:cNvSpPr>
          <p:nvPr>
            <p:ph idx="1"/>
          </p:nvPr>
        </p:nvSpPr>
        <p:spPr>
          <a:xfrm>
            <a:off x="677334" y="1343891"/>
            <a:ext cx="8596668" cy="3880773"/>
          </a:xfrm>
        </p:spPr>
        <p:txBody>
          <a:bodyPr/>
          <a:lstStyle/>
          <a:p>
            <a:r>
              <a:rPr lang="en-US" dirty="0"/>
              <a:t>1. Washing Process</a:t>
            </a:r>
          </a:p>
        </p:txBody>
      </p:sp>
      <p:graphicFrame>
        <p:nvGraphicFramePr>
          <p:cNvPr id="8" name="Table 7"/>
          <p:cNvGraphicFramePr>
            <a:graphicFrameLocks noGrp="1"/>
          </p:cNvGraphicFramePr>
          <p:nvPr>
            <p:extLst>
              <p:ext uri="{D42A27DB-BD31-4B8C-83A1-F6EECF244321}">
                <p14:modId xmlns="" xmlns:p14="http://schemas.microsoft.com/office/powerpoint/2010/main" val="2258900537"/>
              </p:ext>
            </p:extLst>
          </p:nvPr>
        </p:nvGraphicFramePr>
        <p:xfrm>
          <a:off x="935254" y="1653988"/>
          <a:ext cx="6391275" cy="1929765"/>
        </p:xfrm>
        <a:graphic>
          <a:graphicData uri="http://schemas.openxmlformats.org/drawingml/2006/table">
            <a:tbl>
              <a:tblPr>
                <a:tableStyleId>{5C22544A-7EE6-4342-B048-85BDC9FD1C3A}</a:tableStyleId>
              </a:tblPr>
              <a:tblGrid>
                <a:gridCol w="1476375">
                  <a:extLst>
                    <a:ext uri="{9D8B030D-6E8A-4147-A177-3AD203B41FA5}">
                      <a16:colId xmlns="" xmlns:a16="http://schemas.microsoft.com/office/drawing/2014/main" val="3372359692"/>
                    </a:ext>
                  </a:extLst>
                </a:gridCol>
                <a:gridCol w="3143250">
                  <a:extLst>
                    <a:ext uri="{9D8B030D-6E8A-4147-A177-3AD203B41FA5}">
                      <a16:colId xmlns="" xmlns:a16="http://schemas.microsoft.com/office/drawing/2014/main" val="3349092708"/>
                    </a:ext>
                  </a:extLst>
                </a:gridCol>
                <a:gridCol w="914400">
                  <a:extLst>
                    <a:ext uri="{9D8B030D-6E8A-4147-A177-3AD203B41FA5}">
                      <a16:colId xmlns="" xmlns:a16="http://schemas.microsoft.com/office/drawing/2014/main" val="385842431"/>
                    </a:ext>
                  </a:extLst>
                </a:gridCol>
                <a:gridCol w="857250">
                  <a:extLst>
                    <a:ext uri="{9D8B030D-6E8A-4147-A177-3AD203B41FA5}">
                      <a16:colId xmlns="" xmlns:a16="http://schemas.microsoft.com/office/drawing/2014/main" val="3588839705"/>
                    </a:ext>
                  </a:extLst>
                </a:gridCol>
              </a:tblGrid>
              <a:tr h="340360">
                <a:tc gridSpan="2">
                  <a:txBody>
                    <a:bodyPr/>
                    <a:lstStyle/>
                    <a:p>
                      <a:pPr marL="0" marR="0" algn="ctr" fontAlgn="b">
                        <a:lnSpc>
                          <a:spcPct val="107000"/>
                        </a:lnSpc>
                        <a:spcBef>
                          <a:spcPts val="0"/>
                        </a:spcBef>
                        <a:spcAft>
                          <a:spcPts val="0"/>
                        </a:spcAft>
                      </a:pPr>
                      <a:r>
                        <a:rPr lang="en-US" sz="2000" u="sng" kern="1200" dirty="0">
                          <a:effectLst/>
                        </a:rPr>
                        <a:t>Cause of defects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ctr" fontAlgn="b">
                        <a:lnSpc>
                          <a:spcPct val="107000"/>
                        </a:lnSpc>
                        <a:spcBef>
                          <a:spcPts val="0"/>
                        </a:spcBef>
                        <a:spcAft>
                          <a:spcPts val="0"/>
                        </a:spcAft>
                      </a:pPr>
                      <a:r>
                        <a:rPr lang="en-US" sz="1400" kern="1200" dirty="0">
                          <a:effectLst/>
                        </a:rPr>
                        <a:t>Machine 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Machine 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712743661"/>
                  </a:ext>
                </a:extLst>
              </a:tr>
              <a:tr h="359410">
                <a:tc>
                  <a:txBody>
                    <a:bodyPr/>
                    <a:lstStyle/>
                    <a:p>
                      <a:pPr marL="0" marR="0" algn="ctr" fontAlgn="b">
                        <a:lnSpc>
                          <a:spcPct val="107000"/>
                        </a:lnSpc>
                        <a:spcBef>
                          <a:spcPts val="0"/>
                        </a:spcBef>
                        <a:spcAft>
                          <a:spcPts val="0"/>
                        </a:spcAft>
                      </a:pPr>
                      <a:r>
                        <a:rPr lang="en-US" sz="1400" kern="1200" dirty="0">
                          <a:effectLst/>
                        </a:rPr>
                        <a:t>1.While loading: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400" kern="1200" dirty="0">
                          <a:effectLst/>
                        </a:rPr>
                        <a:t>Setting the ampoules wrongly in the washing needles.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40%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53668084"/>
                  </a:ext>
                </a:extLst>
              </a:tr>
              <a:tr h="655955">
                <a:tc>
                  <a:txBody>
                    <a:bodyPr/>
                    <a:lstStyle/>
                    <a:p>
                      <a:pPr marL="0" marR="0" algn="ctr" fontAlgn="b">
                        <a:lnSpc>
                          <a:spcPct val="107000"/>
                        </a:lnSpc>
                        <a:spcBef>
                          <a:spcPts val="0"/>
                        </a:spcBef>
                        <a:spcAft>
                          <a:spcPts val="0"/>
                        </a:spcAft>
                      </a:pPr>
                      <a:r>
                        <a:rPr lang="en-US" sz="1400" kern="1200" dirty="0">
                          <a:effectLst/>
                        </a:rPr>
                        <a:t>2.While Washing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400" kern="1200" dirty="0">
                          <a:effectLst/>
                        </a:rPr>
                        <a:t>Due to manual pressure exerted on the lid over misplaced ampoules.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37%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1727367"/>
                  </a:ext>
                </a:extLst>
              </a:tr>
              <a:tr h="467360">
                <a:tc>
                  <a:txBody>
                    <a:bodyPr/>
                    <a:lstStyle/>
                    <a:p>
                      <a:pPr marL="0" marR="0" algn="ctr" fontAlgn="b">
                        <a:lnSpc>
                          <a:spcPct val="107000"/>
                        </a:lnSpc>
                        <a:spcBef>
                          <a:spcPts val="0"/>
                        </a:spcBef>
                        <a:spcAft>
                          <a:spcPts val="0"/>
                        </a:spcAft>
                      </a:pPr>
                      <a:r>
                        <a:rPr lang="en-US" sz="1400" kern="1200" dirty="0">
                          <a:effectLst/>
                        </a:rPr>
                        <a:t>3.While placing Ampoules in tray: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400" kern="1200" dirty="0">
                          <a:effectLst/>
                        </a:rPr>
                        <a:t>Mishandling of the washed ampoules while placing on tray.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400" kern="1200" dirty="0">
                          <a:effectLst/>
                        </a:rPr>
                        <a:t>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49365445"/>
                  </a:ext>
                </a:extLst>
              </a:tr>
            </a:tbl>
          </a:graphicData>
        </a:graphic>
      </p:graphicFrame>
      <p:sp>
        <p:nvSpPr>
          <p:cNvPr id="9" name="Rectangle 2"/>
          <p:cNvSpPr>
            <a:spLocks noChangeArrowheads="1"/>
          </p:cNvSpPr>
          <p:nvPr/>
        </p:nvSpPr>
        <p:spPr bwMode="auto">
          <a:xfrm>
            <a:off x="1114570" y="1751446"/>
            <a:ext cx="12192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graphicFrame>
        <p:nvGraphicFramePr>
          <p:cNvPr id="10" name="Chart 9">
            <a:extLst/>
          </p:cNvPr>
          <p:cNvGraphicFramePr>
            <a:graphicFrameLocks/>
          </p:cNvGraphicFramePr>
          <p:nvPr>
            <p:extLst>
              <p:ext uri="{D42A27DB-BD31-4B8C-83A1-F6EECF244321}">
                <p14:modId xmlns="" xmlns:p14="http://schemas.microsoft.com/office/powerpoint/2010/main" val="2516327654"/>
              </p:ext>
            </p:extLst>
          </p:nvPr>
        </p:nvGraphicFramePr>
        <p:xfrm>
          <a:off x="677333" y="4093697"/>
          <a:ext cx="3936869" cy="25162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p:cNvPr>
          <p:cNvGraphicFramePr>
            <a:graphicFrameLocks/>
          </p:cNvGraphicFramePr>
          <p:nvPr>
            <p:extLst>
              <p:ext uri="{D42A27DB-BD31-4B8C-83A1-F6EECF244321}">
                <p14:modId xmlns="" xmlns:p14="http://schemas.microsoft.com/office/powerpoint/2010/main" val="4281260583"/>
              </p:ext>
            </p:extLst>
          </p:nvPr>
        </p:nvGraphicFramePr>
        <p:xfrm>
          <a:off x="6020972" y="4093696"/>
          <a:ext cx="3742006" cy="251620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82638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11"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3588" y="608880"/>
            <a:ext cx="8596668" cy="3880773"/>
          </a:xfrm>
        </p:spPr>
        <p:txBody>
          <a:bodyPr/>
          <a:lstStyle/>
          <a:p>
            <a:r>
              <a:rPr lang="en-US" dirty="0"/>
              <a:t>2. Cleaning Process</a:t>
            </a:r>
          </a:p>
        </p:txBody>
      </p:sp>
      <p:graphicFrame>
        <p:nvGraphicFramePr>
          <p:cNvPr id="4" name="Table 3"/>
          <p:cNvGraphicFramePr>
            <a:graphicFrameLocks noGrp="1"/>
          </p:cNvGraphicFramePr>
          <p:nvPr>
            <p:extLst>
              <p:ext uri="{D42A27DB-BD31-4B8C-83A1-F6EECF244321}">
                <p14:modId xmlns="" xmlns:p14="http://schemas.microsoft.com/office/powerpoint/2010/main" val="3625704440"/>
              </p:ext>
            </p:extLst>
          </p:nvPr>
        </p:nvGraphicFramePr>
        <p:xfrm>
          <a:off x="1141485" y="1068301"/>
          <a:ext cx="5952041" cy="1480935"/>
        </p:xfrm>
        <a:graphic>
          <a:graphicData uri="http://schemas.openxmlformats.org/drawingml/2006/table">
            <a:tbl>
              <a:tblPr>
                <a:tableStyleId>{5C22544A-7EE6-4342-B048-85BDC9FD1C3A}</a:tableStyleId>
              </a:tblPr>
              <a:tblGrid>
                <a:gridCol w="1816320">
                  <a:extLst>
                    <a:ext uri="{9D8B030D-6E8A-4147-A177-3AD203B41FA5}">
                      <a16:colId xmlns="" xmlns:a16="http://schemas.microsoft.com/office/drawing/2014/main" val="44934931"/>
                    </a:ext>
                  </a:extLst>
                </a:gridCol>
                <a:gridCol w="3645707">
                  <a:extLst>
                    <a:ext uri="{9D8B030D-6E8A-4147-A177-3AD203B41FA5}">
                      <a16:colId xmlns="" xmlns:a16="http://schemas.microsoft.com/office/drawing/2014/main" val="980925986"/>
                    </a:ext>
                  </a:extLst>
                </a:gridCol>
                <a:gridCol w="490014">
                  <a:extLst>
                    <a:ext uri="{9D8B030D-6E8A-4147-A177-3AD203B41FA5}">
                      <a16:colId xmlns="" xmlns:a16="http://schemas.microsoft.com/office/drawing/2014/main" val="4270232788"/>
                    </a:ext>
                  </a:extLst>
                </a:gridCol>
              </a:tblGrid>
              <a:tr h="307946">
                <a:tc gridSpan="2">
                  <a:txBody>
                    <a:bodyPr/>
                    <a:lstStyle/>
                    <a:p>
                      <a:pPr marL="457200" marR="0" algn="ctr">
                        <a:lnSpc>
                          <a:spcPct val="107000"/>
                        </a:lnSpc>
                        <a:spcBef>
                          <a:spcPts val="0"/>
                        </a:spcBef>
                        <a:spcAft>
                          <a:spcPts val="800"/>
                        </a:spcAft>
                      </a:pPr>
                      <a:r>
                        <a:rPr lang="en-US" sz="1600" u="sng" dirty="0">
                          <a:effectLst/>
                        </a:rPr>
                        <a:t>Causes of Defects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ctr">
                        <a:lnSpc>
                          <a:spcPct val="107000"/>
                        </a:lnSpc>
                        <a:spcBef>
                          <a:spcPts val="0"/>
                        </a:spcBef>
                        <a:spcAft>
                          <a:spcPts val="800"/>
                        </a:spcAft>
                      </a:pPr>
                      <a:r>
                        <a:rPr lang="en-US" sz="12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03620421"/>
                  </a:ext>
                </a:extLst>
              </a:tr>
              <a:tr h="704160">
                <a:tc>
                  <a:txBody>
                    <a:bodyPr/>
                    <a:lstStyle/>
                    <a:p>
                      <a:pPr marL="457200" marR="0">
                        <a:lnSpc>
                          <a:spcPct val="107000"/>
                        </a:lnSpc>
                        <a:spcBef>
                          <a:spcPts val="0"/>
                        </a:spcBef>
                        <a:spcAft>
                          <a:spcPts val="0"/>
                        </a:spcAft>
                      </a:pPr>
                      <a:r>
                        <a:rPr lang="en-US" sz="1200" dirty="0">
                          <a:effectLst/>
                        </a:rPr>
                        <a:t>Defects while performing water test: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a:lnSpc>
                          <a:spcPct val="107000"/>
                        </a:lnSpc>
                        <a:spcBef>
                          <a:spcPts val="0"/>
                        </a:spcBef>
                        <a:spcAft>
                          <a:spcPts val="800"/>
                        </a:spcAft>
                      </a:pPr>
                      <a:r>
                        <a:rPr lang="en-US" sz="1200" dirty="0">
                          <a:effectLst/>
                        </a:rPr>
                        <a:t>Breakage during dry heat sterilization can be indicated when the water test is being performed.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200" dirty="0" smtClean="0">
                          <a:effectLst/>
                          <a:latin typeface="+mn-lt"/>
                          <a:ea typeface="+mn-ea"/>
                          <a:cs typeface="+mn-cs"/>
                        </a:rPr>
                        <a:t>63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2258428"/>
                  </a:ext>
                </a:extLst>
              </a:tr>
              <a:tr h="468829">
                <a:tc>
                  <a:txBody>
                    <a:bodyPr/>
                    <a:lstStyle/>
                    <a:p>
                      <a:pPr marL="457200" marR="0">
                        <a:lnSpc>
                          <a:spcPct val="107000"/>
                        </a:lnSpc>
                        <a:spcBef>
                          <a:spcPts val="0"/>
                        </a:spcBef>
                        <a:spcAft>
                          <a:spcPts val="0"/>
                        </a:spcAft>
                      </a:pPr>
                      <a:r>
                        <a:rPr lang="en-US" sz="1200" dirty="0" smtClean="0">
                          <a:effectLst/>
                        </a:rPr>
                        <a:t>Other reasons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a:lnSpc>
                          <a:spcPct val="107000"/>
                        </a:lnSpc>
                        <a:spcBef>
                          <a:spcPts val="0"/>
                        </a:spcBef>
                        <a:spcAft>
                          <a:spcPts val="800"/>
                        </a:spcAft>
                      </a:pPr>
                      <a:r>
                        <a:rPr lang="en-US" sz="1200" dirty="0">
                          <a:effectLst/>
                        </a:rPr>
                        <a:t>Drying the wet ampoules after water test is done manually, which leads to breakage.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200" dirty="0" smtClean="0">
                          <a:effectLst/>
                          <a:latin typeface="+mn-lt"/>
                          <a:ea typeface="+mn-ea"/>
                          <a:cs typeface="+mn-cs"/>
                        </a:rPr>
                        <a:t>37</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75603665"/>
                  </a:ext>
                </a:extLst>
              </a:tr>
            </a:tbl>
          </a:graphicData>
        </a:graphic>
      </p:graphicFrame>
      <p:graphicFrame>
        <p:nvGraphicFramePr>
          <p:cNvPr id="6" name="Chart 5">
            <a:extLst>
              <a:ext uri="{FF2B5EF4-FFF2-40B4-BE49-F238E27FC236}">
                <a16:creationId xmlns:lc="http://schemas.openxmlformats.org/drawingml/2006/lockedCanvas" xmlns:a16="http://schemas.microsoft.com/office/drawing/2014/main" xmlns:xdr="http://schemas.openxmlformats.org/drawingml/2006/spreadsheetDrawing" xmlns="" id="{6B68DBC1-BC0C-4608-8E4E-3EBC215EF1A5}"/>
              </a:ext>
            </a:extLst>
          </p:cNvPr>
          <p:cNvGraphicFramePr/>
          <p:nvPr/>
        </p:nvGraphicFramePr>
        <p:xfrm>
          <a:off x="1381126" y="2947987"/>
          <a:ext cx="5305425" cy="24479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12785990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352" y="234807"/>
            <a:ext cx="8771466" cy="3880773"/>
          </a:xfrm>
        </p:spPr>
        <p:txBody>
          <a:bodyPr>
            <a:normAutofit fontScale="85000" lnSpcReduction="20000"/>
          </a:bodyPr>
          <a:lstStyle/>
          <a:p>
            <a:pPr lvl="0">
              <a:buFont typeface="Wingdings" panose="05000000000000000000" pitchFamily="2" charset="2"/>
              <a:buChar char="Ø"/>
            </a:pPr>
            <a:r>
              <a:rPr lang="en-US" sz="2400" dirty="0"/>
              <a:t>3. </a:t>
            </a:r>
            <a:r>
              <a:rPr lang="en-US" sz="2400" u="wavy" dirty="0"/>
              <a:t>Visual Inspection Process</a:t>
            </a:r>
            <a:endParaRPr lang="en-US" sz="2400" dirty="0"/>
          </a:p>
          <a:p>
            <a:pPr lvl="0"/>
            <a:r>
              <a:rPr lang="en-US" dirty="0"/>
              <a:t>The ampoules are checked for the following defects: </a:t>
            </a:r>
          </a:p>
          <a:p>
            <a:pPr lvl="1">
              <a:buFont typeface="+mj-lt"/>
              <a:buAutoNum type="arabicPeriod"/>
            </a:pPr>
            <a:r>
              <a:rPr lang="en-US" sz="1900" dirty="0"/>
              <a:t>  	Black particle</a:t>
            </a:r>
          </a:p>
          <a:p>
            <a:pPr lvl="1">
              <a:buFont typeface="+mj-lt"/>
              <a:buAutoNum type="arabicPeriod"/>
            </a:pPr>
            <a:r>
              <a:rPr lang="en-US" sz="1900" dirty="0"/>
              <a:t>	White particle</a:t>
            </a:r>
          </a:p>
          <a:p>
            <a:pPr lvl="1">
              <a:buFont typeface="+mj-lt"/>
              <a:buAutoNum type="arabicPeriod"/>
            </a:pPr>
            <a:r>
              <a:rPr lang="en-US" sz="1900" dirty="0"/>
              <a:t>	Glass particle</a:t>
            </a:r>
          </a:p>
          <a:p>
            <a:pPr lvl="1">
              <a:buFont typeface="+mj-lt"/>
              <a:buAutoNum type="arabicPeriod"/>
            </a:pPr>
            <a:r>
              <a:rPr lang="en-US" sz="1900" dirty="0"/>
              <a:t>	Fiber </a:t>
            </a:r>
          </a:p>
          <a:p>
            <a:pPr lvl="1">
              <a:buFont typeface="+mj-lt"/>
              <a:buAutoNum type="arabicPeriod"/>
            </a:pPr>
            <a:r>
              <a:rPr lang="en-US" sz="1900" dirty="0"/>
              <a:t>	Volume</a:t>
            </a:r>
          </a:p>
          <a:p>
            <a:pPr lvl="1">
              <a:buFont typeface="+mj-lt"/>
              <a:buAutoNum type="arabicPeriod"/>
            </a:pPr>
            <a:r>
              <a:rPr lang="en-US" sz="1900" dirty="0"/>
              <a:t>	Sealing</a:t>
            </a:r>
          </a:p>
          <a:p>
            <a:pPr lvl="1">
              <a:buFont typeface="+mj-lt"/>
              <a:buAutoNum type="arabicPeriod"/>
            </a:pPr>
            <a:r>
              <a:rPr lang="en-US" sz="1900" dirty="0"/>
              <a:t>	Breakage</a:t>
            </a:r>
          </a:p>
          <a:p>
            <a:pPr marL="0" indent="0">
              <a:buNone/>
            </a:pPr>
            <a:endParaRPr lang="en-US" dirty="0"/>
          </a:p>
          <a:p>
            <a:pPr lvl="0"/>
            <a:r>
              <a:rPr lang="en-US" dirty="0"/>
              <a:t>They are considering Black &amp; White Fiber particles as one defect namely Fiber.</a:t>
            </a:r>
          </a:p>
          <a:p>
            <a:r>
              <a:rPr lang="en-US" dirty="0"/>
              <a:t>They are considering Sealing and Breakage as Breakage Defect</a:t>
            </a:r>
          </a:p>
        </p:txBody>
      </p:sp>
      <p:pic>
        <p:nvPicPr>
          <p:cNvPr id="4" name="Picture 3"/>
          <p:cNvPicPr/>
          <p:nvPr/>
        </p:nvPicPr>
        <p:blipFill>
          <a:blip r:embed="rId2" cstate="print">
            <a:extLst>
              <a:ext uri="{28A0092B-C50C-407E-A947-70E740481C1C}">
                <a14:useLocalDpi xmlns="" xmlns:a14="http://schemas.microsoft.com/office/drawing/2010/main" val="0"/>
              </a:ext>
            </a:extLst>
          </a:blip>
          <a:stretch>
            <a:fillRect/>
          </a:stretch>
        </p:blipFill>
        <p:spPr>
          <a:xfrm>
            <a:off x="6744842" y="126610"/>
            <a:ext cx="4640609" cy="3367953"/>
          </a:xfrm>
          <a:prstGeom prst="rect">
            <a:avLst/>
          </a:prstGeom>
        </p:spPr>
      </p:pic>
    </p:spTree>
    <p:extLst>
      <p:ext uri="{BB962C8B-B14F-4D97-AF65-F5344CB8AC3E}">
        <p14:creationId xmlns="" xmlns:p14="http://schemas.microsoft.com/office/powerpoint/2010/main" val="35208127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216649457"/>
              </p:ext>
            </p:extLst>
          </p:nvPr>
        </p:nvGraphicFramePr>
        <p:xfrm>
          <a:off x="1077523" y="463333"/>
          <a:ext cx="5718810" cy="2260600"/>
        </p:xfrm>
        <a:graphic>
          <a:graphicData uri="http://schemas.openxmlformats.org/drawingml/2006/table">
            <a:tbl>
              <a:tblPr>
                <a:tableStyleId>{5C22544A-7EE6-4342-B048-85BDC9FD1C3A}</a:tableStyleId>
              </a:tblPr>
              <a:tblGrid>
                <a:gridCol w="796925">
                  <a:extLst>
                    <a:ext uri="{9D8B030D-6E8A-4147-A177-3AD203B41FA5}">
                      <a16:colId xmlns="" xmlns:a16="http://schemas.microsoft.com/office/drawing/2014/main" val="3119564271"/>
                    </a:ext>
                  </a:extLst>
                </a:gridCol>
                <a:gridCol w="4397375">
                  <a:extLst>
                    <a:ext uri="{9D8B030D-6E8A-4147-A177-3AD203B41FA5}">
                      <a16:colId xmlns="" xmlns:a16="http://schemas.microsoft.com/office/drawing/2014/main" val="3655993215"/>
                    </a:ext>
                  </a:extLst>
                </a:gridCol>
                <a:gridCol w="524510">
                  <a:extLst>
                    <a:ext uri="{9D8B030D-6E8A-4147-A177-3AD203B41FA5}">
                      <a16:colId xmlns="" xmlns:a16="http://schemas.microsoft.com/office/drawing/2014/main" val="1041236324"/>
                    </a:ext>
                  </a:extLst>
                </a:gridCol>
              </a:tblGrid>
              <a:tr h="391160">
                <a:tc gridSpan="2">
                  <a:txBody>
                    <a:bodyPr/>
                    <a:lstStyle/>
                    <a:p>
                      <a:pPr marL="0" marR="0" algn="ctr" fontAlgn="b">
                        <a:lnSpc>
                          <a:spcPct val="107000"/>
                        </a:lnSpc>
                        <a:spcBef>
                          <a:spcPts val="0"/>
                        </a:spcBef>
                        <a:spcAft>
                          <a:spcPts val="0"/>
                        </a:spcAft>
                      </a:pPr>
                      <a:r>
                        <a:rPr lang="en-US" sz="1800" u="sng" kern="1200" dirty="0">
                          <a:effectLst/>
                        </a:rPr>
                        <a:t>Causes of defects (Visual Inspection)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algn="ctr" fontAlgn="b">
                        <a:lnSpc>
                          <a:spcPct val="107000"/>
                        </a:lnSpc>
                        <a:spcBef>
                          <a:spcPts val="0"/>
                        </a:spcBef>
                        <a:spcAft>
                          <a:spcPts val="0"/>
                        </a:spcAft>
                      </a:pPr>
                      <a:r>
                        <a:rPr lang="en-US" sz="1400" kern="12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0695163"/>
                  </a:ext>
                </a:extLst>
              </a:tr>
              <a:tr h="739140">
                <a:tc>
                  <a:txBody>
                    <a:bodyPr/>
                    <a:lstStyle/>
                    <a:p>
                      <a:pPr marL="0" marR="0" algn="ctr" fontAlgn="b">
                        <a:lnSpc>
                          <a:spcPct val="107000"/>
                        </a:lnSpc>
                        <a:spcBef>
                          <a:spcPts val="0"/>
                        </a:spcBef>
                        <a:spcAft>
                          <a:spcPts val="0"/>
                        </a:spcAft>
                      </a:pPr>
                      <a:r>
                        <a:rPr lang="en-US" sz="1400" kern="1200" dirty="0">
                          <a:effectLst/>
                        </a:rPr>
                        <a:t>Breakage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fontAlgn="b">
                        <a:lnSpc>
                          <a:spcPct val="107000"/>
                        </a:lnSpc>
                        <a:spcBef>
                          <a:spcPts val="0"/>
                        </a:spcBef>
                        <a:spcAft>
                          <a:spcPts val="0"/>
                        </a:spcAft>
                      </a:pPr>
                      <a:r>
                        <a:rPr lang="en-US" sz="1200" kern="1200" dirty="0">
                          <a:effectLst/>
                        </a:rPr>
                        <a:t>The breakage in the ampoules can be found due to mishandling in the drying process or due to mishandling while carrying it to the visual testing unit.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48571244"/>
                  </a:ext>
                </a:extLst>
              </a:tr>
              <a:tr h="391160">
                <a:tc>
                  <a:txBody>
                    <a:bodyPr/>
                    <a:lstStyle/>
                    <a:p>
                      <a:pPr marL="0" marR="0" algn="ctr" fontAlgn="b">
                        <a:lnSpc>
                          <a:spcPct val="107000"/>
                        </a:lnSpc>
                        <a:spcBef>
                          <a:spcPts val="0"/>
                        </a:spcBef>
                        <a:spcAft>
                          <a:spcPts val="0"/>
                        </a:spcAft>
                      </a:pPr>
                      <a:r>
                        <a:rPr lang="en-US" sz="1400" kern="1200" dirty="0">
                          <a:effectLst/>
                        </a:rPr>
                        <a:t>Glass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fontAlgn="b">
                        <a:lnSpc>
                          <a:spcPct val="107000"/>
                        </a:lnSpc>
                        <a:spcBef>
                          <a:spcPts val="0"/>
                        </a:spcBef>
                        <a:spcAft>
                          <a:spcPts val="0"/>
                        </a:spcAft>
                      </a:pPr>
                      <a:r>
                        <a:rPr lang="en-US" sz="1200" kern="1200" dirty="0">
                          <a:effectLst/>
                        </a:rPr>
                        <a:t>Glass may get inside the ampoules in the sealing process.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32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29297509"/>
                  </a:ext>
                </a:extLst>
              </a:tr>
              <a:tr h="739140">
                <a:tc>
                  <a:txBody>
                    <a:bodyPr/>
                    <a:lstStyle/>
                    <a:p>
                      <a:pPr marL="0" marR="0" algn="ctr" fontAlgn="b">
                        <a:lnSpc>
                          <a:spcPct val="107000"/>
                        </a:lnSpc>
                        <a:spcBef>
                          <a:spcPts val="0"/>
                        </a:spcBef>
                        <a:spcAft>
                          <a:spcPts val="0"/>
                        </a:spcAft>
                      </a:pPr>
                      <a:r>
                        <a:rPr lang="en-US" sz="1400" kern="1200" dirty="0">
                          <a:effectLst/>
                        </a:rPr>
                        <a:t>Fibers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fontAlgn="b">
                        <a:lnSpc>
                          <a:spcPct val="107000"/>
                        </a:lnSpc>
                        <a:spcBef>
                          <a:spcPts val="0"/>
                        </a:spcBef>
                        <a:spcAft>
                          <a:spcPts val="0"/>
                        </a:spcAft>
                      </a:pPr>
                      <a:r>
                        <a:rPr lang="en-US" sz="1200" kern="1200" dirty="0">
                          <a:effectLst/>
                        </a:rPr>
                        <a:t>Dry heat sterilization process may leave black or while fibers inside the ampoules which may be detected in visual testing process.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8255" marR="8255" marT="82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18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19532382"/>
                  </a:ext>
                </a:extLst>
              </a:tr>
            </a:tbl>
          </a:graphicData>
        </a:graphic>
      </p:graphicFrame>
      <p:graphicFrame>
        <p:nvGraphicFramePr>
          <p:cNvPr id="3" name="Chart 2">
            <a:extLst/>
          </p:cNvPr>
          <p:cNvGraphicFramePr>
            <a:graphicFrameLocks/>
          </p:cNvGraphicFramePr>
          <p:nvPr>
            <p:extLst>
              <p:ext uri="{D42A27DB-BD31-4B8C-83A1-F6EECF244321}">
                <p14:modId xmlns="" xmlns:p14="http://schemas.microsoft.com/office/powerpoint/2010/main" val="3368426688"/>
              </p:ext>
            </p:extLst>
          </p:nvPr>
        </p:nvGraphicFramePr>
        <p:xfrm>
          <a:off x="1955728" y="3273080"/>
          <a:ext cx="4191854" cy="27900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205045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352" y="317934"/>
            <a:ext cx="8596668" cy="3880773"/>
          </a:xfrm>
        </p:spPr>
        <p:txBody>
          <a:bodyPr/>
          <a:lstStyle/>
          <a:p>
            <a:r>
              <a:rPr lang="en-US" dirty="0"/>
              <a:t>4. Packaging Process</a:t>
            </a:r>
          </a:p>
        </p:txBody>
      </p:sp>
      <p:graphicFrame>
        <p:nvGraphicFramePr>
          <p:cNvPr id="4" name="Table 3"/>
          <p:cNvGraphicFramePr>
            <a:graphicFrameLocks noGrp="1"/>
          </p:cNvGraphicFramePr>
          <p:nvPr>
            <p:extLst>
              <p:ext uri="{D42A27DB-BD31-4B8C-83A1-F6EECF244321}">
                <p14:modId xmlns="" xmlns:p14="http://schemas.microsoft.com/office/powerpoint/2010/main" val="1413546974"/>
              </p:ext>
            </p:extLst>
          </p:nvPr>
        </p:nvGraphicFramePr>
        <p:xfrm>
          <a:off x="1229923" y="793782"/>
          <a:ext cx="5718810" cy="2238756"/>
        </p:xfrm>
        <a:graphic>
          <a:graphicData uri="http://schemas.openxmlformats.org/drawingml/2006/table">
            <a:tbl>
              <a:tblPr>
                <a:tableStyleId>{5C22544A-7EE6-4342-B048-85BDC9FD1C3A}</a:tableStyleId>
              </a:tblPr>
              <a:tblGrid>
                <a:gridCol w="1142365">
                  <a:extLst>
                    <a:ext uri="{9D8B030D-6E8A-4147-A177-3AD203B41FA5}">
                      <a16:colId xmlns="" xmlns:a16="http://schemas.microsoft.com/office/drawing/2014/main" val="3624861516"/>
                    </a:ext>
                  </a:extLst>
                </a:gridCol>
                <a:gridCol w="3994785">
                  <a:extLst>
                    <a:ext uri="{9D8B030D-6E8A-4147-A177-3AD203B41FA5}">
                      <a16:colId xmlns="" xmlns:a16="http://schemas.microsoft.com/office/drawing/2014/main" val="1527438845"/>
                    </a:ext>
                  </a:extLst>
                </a:gridCol>
                <a:gridCol w="581660">
                  <a:extLst>
                    <a:ext uri="{9D8B030D-6E8A-4147-A177-3AD203B41FA5}">
                      <a16:colId xmlns="" xmlns:a16="http://schemas.microsoft.com/office/drawing/2014/main" val="2585102625"/>
                    </a:ext>
                  </a:extLst>
                </a:gridCol>
              </a:tblGrid>
              <a:tr h="229235">
                <a:tc>
                  <a:txBody>
                    <a:bodyPr/>
                    <a:lstStyle/>
                    <a:p>
                      <a:pPr marL="0" marR="0" algn="ctr" fontAlgn="b">
                        <a:lnSpc>
                          <a:spcPct val="107000"/>
                        </a:lnSpc>
                        <a:spcBef>
                          <a:spcPts val="0"/>
                        </a:spcBef>
                        <a:spcAft>
                          <a:spcPts val="0"/>
                        </a:spcAft>
                      </a:pPr>
                      <a:r>
                        <a:rPr lang="en-US" sz="1200" kern="1200" dirty="0">
                          <a:effectLst/>
                        </a:rPr>
                        <a:t>Reasons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Causes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67189561"/>
                  </a:ext>
                </a:extLst>
              </a:tr>
              <a:tr h="229235">
                <a:tc>
                  <a:txBody>
                    <a:bodyPr/>
                    <a:lstStyle/>
                    <a:p>
                      <a:pPr marL="0" marR="0" algn="ctr" fontAlgn="b">
                        <a:lnSpc>
                          <a:spcPct val="107000"/>
                        </a:lnSpc>
                        <a:spcBef>
                          <a:spcPts val="0"/>
                        </a:spcBef>
                        <a:spcAft>
                          <a:spcPts val="0"/>
                        </a:spcAft>
                      </a:pPr>
                      <a:r>
                        <a:rPr lang="en-US" sz="1200" kern="1200" dirty="0">
                          <a:effectLst/>
                        </a:rPr>
                        <a:t>GSM of labels more than required.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200" kern="1200" dirty="0">
                          <a:effectLst/>
                        </a:rPr>
                        <a:t>Required GSM of label is 70-75 but it comes in range of 90-95 from the labeling company.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marR="0" algn="ctr" fontAlgn="b">
                        <a:lnSpc>
                          <a:spcPct val="107000"/>
                        </a:lnSpc>
                        <a:spcBef>
                          <a:spcPts val="0"/>
                        </a:spcBef>
                        <a:spcAft>
                          <a:spcPts val="0"/>
                        </a:spcAft>
                      </a:pPr>
                      <a:r>
                        <a:rPr lang="en-US" sz="1200" kern="1200" dirty="0">
                          <a:effectLst/>
                        </a:rPr>
                        <a:t>30%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26338655"/>
                  </a:ext>
                </a:extLst>
              </a:tr>
              <a:tr h="229235">
                <a:tc>
                  <a:txBody>
                    <a:bodyPr/>
                    <a:lstStyle/>
                    <a:p>
                      <a:pPr marL="0" marR="0" algn="ctr" fontAlgn="b">
                        <a:lnSpc>
                          <a:spcPct val="107000"/>
                        </a:lnSpc>
                        <a:spcBef>
                          <a:spcPts val="0"/>
                        </a:spcBef>
                        <a:spcAft>
                          <a:spcPts val="0"/>
                        </a:spcAft>
                      </a:pPr>
                      <a:r>
                        <a:rPr lang="en-US" sz="1200" kern="1200" dirty="0">
                          <a:effectLst/>
                        </a:rPr>
                        <a:t>Wrong side printing on label.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200" kern="1200" dirty="0">
                          <a:effectLst/>
                        </a:rPr>
                        <a:t>Due to printing of label on the wrong side of bind of the paper, the label gets less removed.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 xmlns:a16="http://schemas.microsoft.com/office/drawing/2014/main" val="2332837813"/>
                  </a:ext>
                </a:extLst>
              </a:tr>
              <a:tr h="415290">
                <a:tc>
                  <a:txBody>
                    <a:bodyPr/>
                    <a:lstStyle/>
                    <a:p>
                      <a:pPr marL="0" marR="0" algn="ctr" fontAlgn="b">
                        <a:lnSpc>
                          <a:spcPct val="107000"/>
                        </a:lnSpc>
                        <a:spcBef>
                          <a:spcPts val="0"/>
                        </a:spcBef>
                        <a:spcAft>
                          <a:spcPts val="0"/>
                        </a:spcAft>
                      </a:pPr>
                      <a:r>
                        <a:rPr lang="en-US" sz="1200" kern="1200" dirty="0">
                          <a:effectLst/>
                        </a:rPr>
                        <a:t>Solution on outside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200" kern="1200" dirty="0">
                          <a:effectLst/>
                        </a:rPr>
                        <a:t>The solution is still present on the outside of ampoules even after the process of cleaning them.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 xmlns:a16="http://schemas.microsoft.com/office/drawing/2014/main" val="2273295508"/>
                  </a:ext>
                </a:extLst>
              </a:tr>
              <a:tr h="229235">
                <a:tc>
                  <a:txBody>
                    <a:bodyPr/>
                    <a:lstStyle/>
                    <a:p>
                      <a:pPr marL="0" marR="0" algn="ctr" fontAlgn="b">
                        <a:lnSpc>
                          <a:spcPct val="107000"/>
                        </a:lnSpc>
                        <a:spcBef>
                          <a:spcPts val="0"/>
                        </a:spcBef>
                        <a:spcAft>
                          <a:spcPts val="0"/>
                        </a:spcAft>
                      </a:pPr>
                      <a:r>
                        <a:rPr lang="en-US" sz="1200" kern="1200" dirty="0">
                          <a:effectLst/>
                        </a:rPr>
                        <a:t>Breakage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fontAlgn="b">
                        <a:lnSpc>
                          <a:spcPct val="107000"/>
                        </a:lnSpc>
                        <a:spcBef>
                          <a:spcPts val="0"/>
                        </a:spcBef>
                        <a:spcAft>
                          <a:spcPts val="0"/>
                        </a:spcAft>
                      </a:pPr>
                      <a:r>
                        <a:rPr lang="en-US" sz="1200" kern="1200" dirty="0">
                          <a:effectLst/>
                        </a:rPr>
                        <a:t>The ampoules still gets broken at this stage due to wear and tear of all the processes.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b">
                        <a:lnSpc>
                          <a:spcPct val="107000"/>
                        </a:lnSpc>
                        <a:spcBef>
                          <a:spcPts val="0"/>
                        </a:spcBef>
                        <a:spcAft>
                          <a:spcPts val="0"/>
                        </a:spcAft>
                      </a:pPr>
                      <a:r>
                        <a:rPr lang="en-US" sz="1200" kern="1200" dirty="0">
                          <a:effectLst/>
                        </a:rPr>
                        <a:t>70%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70216870"/>
                  </a:ext>
                </a:extLst>
              </a:tr>
            </a:tbl>
          </a:graphicData>
        </a:graphic>
      </p:graphicFrame>
      <p:graphicFrame>
        <p:nvGraphicFramePr>
          <p:cNvPr id="5" name="Chart 4">
            <a:extLst/>
          </p:cNvPr>
          <p:cNvGraphicFramePr>
            <a:graphicFrameLocks/>
          </p:cNvGraphicFramePr>
          <p:nvPr>
            <p:extLst>
              <p:ext uri="{D42A27DB-BD31-4B8C-83A1-F6EECF244321}">
                <p14:modId xmlns="" xmlns:p14="http://schemas.microsoft.com/office/powerpoint/2010/main" val="2942120256"/>
              </p:ext>
            </p:extLst>
          </p:nvPr>
        </p:nvGraphicFramePr>
        <p:xfrm>
          <a:off x="1702191" y="3404383"/>
          <a:ext cx="4628271" cy="27150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 xmlns:p14="http://schemas.microsoft.com/office/powerpoint/2010/main" val="202098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95745"/>
          </a:xfrm>
        </p:spPr>
        <p:txBody>
          <a:bodyPr>
            <a:normAutofit fontScale="90000"/>
          </a:bodyPr>
          <a:lstStyle/>
          <a:p>
            <a:r>
              <a:rPr lang="en-US" u="sng" dirty="0"/>
              <a:t>FMEA (Failure Mode Effect Analysis)</a:t>
            </a:r>
          </a:p>
        </p:txBody>
      </p:sp>
      <p:sp>
        <p:nvSpPr>
          <p:cNvPr id="3" name="Content Placeholder 2"/>
          <p:cNvSpPr>
            <a:spLocks noGrp="1"/>
          </p:cNvSpPr>
          <p:nvPr>
            <p:ph idx="1"/>
          </p:nvPr>
        </p:nvSpPr>
        <p:spPr>
          <a:xfrm>
            <a:off x="677334" y="1371599"/>
            <a:ext cx="8937721" cy="3880773"/>
          </a:xfrm>
        </p:spPr>
        <p:txBody>
          <a:bodyPr>
            <a:normAutofit lnSpcReduction="10000"/>
          </a:bodyPr>
          <a:lstStyle/>
          <a:p>
            <a:r>
              <a:rPr lang="en-US" dirty="0">
                <a:latin typeface="Times New Roman" panose="02020603050405020304" pitchFamily="18" charset="0"/>
                <a:cs typeface="Times New Roman" panose="02020603050405020304" pitchFamily="18" charset="0"/>
              </a:rPr>
              <a:t>Failure modes and effects analysis (FMEA) is a set of guidelines, a process, and a form of identifying and prioritizing potential failures and problems in order to facilitate process improvement.</a:t>
            </a:r>
          </a:p>
          <a:p>
            <a:r>
              <a:rPr lang="en-US" b="1" dirty="0">
                <a:latin typeface="Times New Roman" panose="02020603050405020304" pitchFamily="18" charset="0"/>
                <a:cs typeface="Times New Roman" panose="02020603050405020304" pitchFamily="18" charset="0"/>
              </a:rPr>
              <a:t>Severity:</a:t>
            </a:r>
            <a:r>
              <a:rPr lang="en-US" dirty="0">
                <a:latin typeface="Times New Roman" panose="02020603050405020304" pitchFamily="18" charset="0"/>
                <a:cs typeface="Times New Roman" panose="02020603050405020304" pitchFamily="18" charset="0"/>
              </a:rPr>
              <a:t> Assesses the seriousness of the effect of the potential failure mode to the next component if it occur. Estimation is typically based on a 1–10 scale where 10 is the most serious, 5 is low, and 0 is no effect.</a:t>
            </a:r>
          </a:p>
          <a:p>
            <a:r>
              <a:rPr lang="en-US" b="1" dirty="0">
                <a:latin typeface="Times New Roman" panose="02020603050405020304" pitchFamily="18" charset="0"/>
                <a:cs typeface="Times New Roman" panose="02020603050405020304" pitchFamily="18" charset="0"/>
              </a:rPr>
              <a:t>Occurrence: </a:t>
            </a:r>
            <a:r>
              <a:rPr lang="en-US" dirty="0">
                <a:latin typeface="Times New Roman" panose="02020603050405020304" pitchFamily="18" charset="0"/>
                <a:cs typeface="Times New Roman" panose="02020603050405020304" pitchFamily="18" charset="0"/>
              </a:rPr>
              <a:t>Estimates the likelihood that a specific cause will occur. Estimation is usually based on a 1–10 scale where 10 is very high, 5 is low, and 1 is remote.</a:t>
            </a:r>
          </a:p>
          <a:p>
            <a:r>
              <a:rPr lang="en-US" b="1" dirty="0">
                <a:latin typeface="Times New Roman" panose="02020603050405020304" pitchFamily="18" charset="0"/>
                <a:cs typeface="Times New Roman" panose="02020603050405020304" pitchFamily="18" charset="0"/>
              </a:rPr>
              <a:t>Detection:</a:t>
            </a:r>
            <a:r>
              <a:rPr lang="en-US" dirty="0">
                <a:latin typeface="Times New Roman" panose="02020603050405020304" pitchFamily="18" charset="0"/>
                <a:cs typeface="Times New Roman" panose="02020603050405020304" pitchFamily="18" charset="0"/>
              </a:rPr>
              <a:t> Assessment of the ability of the current design control to detect the subsequent failure mode. Assessment is based on a 1–10 scale where 10 is absolute uncertainty, 5 is moderate, 1 is almost certain.</a:t>
            </a:r>
          </a:p>
          <a:p>
            <a:r>
              <a:rPr lang="en-US" b="1" dirty="0">
                <a:latin typeface="Times New Roman" panose="02020603050405020304" pitchFamily="18" charset="0"/>
                <a:cs typeface="Times New Roman" panose="02020603050405020304" pitchFamily="18" charset="0"/>
              </a:rPr>
              <a:t>Risk priority number (RPN): </a:t>
            </a:r>
            <a:r>
              <a:rPr lang="en-US" dirty="0">
                <a:latin typeface="Times New Roman" panose="02020603050405020304" pitchFamily="18" charset="0"/>
                <a:cs typeface="Times New Roman" panose="02020603050405020304" pitchFamily="18" charset="0"/>
              </a:rPr>
              <a:t>Product of severity, occurrence, and detection rankings. The ranking of RPN prioritizes design concerns.</a:t>
            </a:r>
          </a:p>
          <a:p>
            <a:endParaRPr lang="en-US" dirty="0"/>
          </a:p>
        </p:txBody>
      </p:sp>
    </p:spTree>
    <p:extLst>
      <p:ext uri="{BB962C8B-B14F-4D97-AF65-F5344CB8AC3E}">
        <p14:creationId xmlns="" xmlns:p14="http://schemas.microsoft.com/office/powerpoint/2010/main" val="24410804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928" y="609600"/>
            <a:ext cx="8596668" cy="720436"/>
          </a:xfrm>
        </p:spPr>
        <p:txBody>
          <a:bodyPr>
            <a:normAutofit fontScale="90000"/>
          </a:bodyPr>
          <a:lstStyle/>
          <a:p>
            <a:r>
              <a:rPr lang="en-IN" u="sng" dirty="0"/>
              <a:t>FMEA FOR WASHING</a:t>
            </a:r>
            <a:r>
              <a:rPr lang="en-US" dirty="0"/>
              <a:t/>
            </a:r>
            <a:br>
              <a:rPr lang="en-US" dirty="0"/>
            </a:br>
            <a:endParaRPr lang="en-US" dirty="0"/>
          </a:p>
        </p:txBody>
      </p:sp>
      <p:pic>
        <p:nvPicPr>
          <p:cNvPr id="4" name="Picture 3"/>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358928" y="1330036"/>
            <a:ext cx="8921144" cy="4397116"/>
          </a:xfrm>
          <a:prstGeom prst="rect">
            <a:avLst/>
          </a:prstGeom>
          <a:noFill/>
        </p:spPr>
      </p:pic>
      <p:sp>
        <p:nvSpPr>
          <p:cNvPr id="5" name="Rectangle 4"/>
          <p:cNvSpPr/>
          <p:nvPr/>
        </p:nvSpPr>
        <p:spPr>
          <a:xfrm>
            <a:off x="1358928" y="5711917"/>
            <a:ext cx="8596668" cy="849720"/>
          </a:xfrm>
          <a:prstGeom prst="rect">
            <a:avLst/>
          </a:prstGeom>
        </p:spPr>
        <p:txBody>
          <a:bodyPr wrap="square">
            <a:spAutoFit/>
          </a:bodyPr>
          <a:lstStyle/>
          <a:p>
            <a:pPr>
              <a:lnSpc>
                <a:spcPct val="107000"/>
              </a:lnSpc>
              <a:spcAft>
                <a:spcPts val="80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Interpretation:</a:t>
            </a:r>
            <a:r>
              <a:rPr lang="en-US"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We can observe from above table that RPN is highest for breakage of ampoules in machine 2. Hence it should be revised and try to reduce it.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40374654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2516610566"/>
              </p:ext>
            </p:extLst>
          </p:nvPr>
        </p:nvGraphicFramePr>
        <p:xfrm>
          <a:off x="1069991" y="338008"/>
          <a:ext cx="8291731" cy="2872502"/>
        </p:xfrm>
        <a:graphic>
          <a:graphicData uri="http://schemas.openxmlformats.org/drawingml/2006/table">
            <a:tbl>
              <a:tblPr firstRow="1" bandRow="1">
                <a:tableStyleId>{5C22544A-7EE6-4342-B048-85BDC9FD1C3A}</a:tableStyleId>
              </a:tblPr>
              <a:tblGrid>
                <a:gridCol w="1500728">
                  <a:extLst>
                    <a:ext uri="{9D8B030D-6E8A-4147-A177-3AD203B41FA5}">
                      <a16:colId xmlns="" xmlns:a16="http://schemas.microsoft.com/office/drawing/2014/main" val="3628144324"/>
                    </a:ext>
                  </a:extLst>
                </a:gridCol>
                <a:gridCol w="3018224">
                  <a:extLst>
                    <a:ext uri="{9D8B030D-6E8A-4147-A177-3AD203B41FA5}">
                      <a16:colId xmlns="" xmlns:a16="http://schemas.microsoft.com/office/drawing/2014/main" val="923753978"/>
                    </a:ext>
                  </a:extLst>
                </a:gridCol>
                <a:gridCol w="3772779">
                  <a:extLst>
                    <a:ext uri="{9D8B030D-6E8A-4147-A177-3AD203B41FA5}">
                      <a16:colId xmlns="" xmlns:a16="http://schemas.microsoft.com/office/drawing/2014/main" val="937478092"/>
                    </a:ext>
                  </a:extLst>
                </a:gridCol>
              </a:tblGrid>
              <a:tr h="505267">
                <a:tc>
                  <a:txBody>
                    <a:bodyPr/>
                    <a:lstStyle/>
                    <a:p>
                      <a:pPr marL="0" marR="0">
                        <a:lnSpc>
                          <a:spcPct val="107000"/>
                        </a:lnSpc>
                        <a:spcBef>
                          <a:spcPts val="0"/>
                        </a:spcBef>
                        <a:spcAft>
                          <a:spcPts val="800"/>
                        </a:spcAft>
                      </a:pPr>
                      <a:r>
                        <a:rPr lang="en-US" sz="1200" dirty="0">
                          <a:effectLst/>
                        </a:rPr>
                        <a:t>Potential failure Mode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200" dirty="0">
                          <a:effectLst/>
                        </a:rPr>
                        <a:t>Recommendations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200" dirty="0">
                          <a:effectLst/>
                        </a:rPr>
                        <a:t>Reason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9294308"/>
                  </a:ext>
                </a:extLst>
              </a:tr>
              <a:tr h="923316">
                <a:tc>
                  <a:txBody>
                    <a:bodyPr/>
                    <a:lstStyle/>
                    <a:p>
                      <a:pPr marL="0" marR="0">
                        <a:lnSpc>
                          <a:spcPct val="107000"/>
                        </a:lnSpc>
                        <a:spcBef>
                          <a:spcPts val="0"/>
                        </a:spcBef>
                        <a:spcAft>
                          <a:spcPts val="800"/>
                        </a:spcAft>
                      </a:pPr>
                      <a:r>
                        <a:rPr lang="en-US" sz="1400" dirty="0">
                          <a:effectLst/>
                        </a:rPr>
                        <a:t>Loading M1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400" dirty="0">
                          <a:effectLst/>
                        </a:rPr>
                        <a:t>Not too fast assembling (time taken should be more than 5 mins)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400" dirty="0">
                          <a:effectLst/>
                        </a:rPr>
                        <a:t>From the Pie chart for M1 given below we see that if the time taken to load the machine is greater than 5 mins, it amounts to less number of defectives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52717181"/>
                  </a:ext>
                </a:extLst>
              </a:tr>
              <a:tr h="923316">
                <a:tc>
                  <a:txBody>
                    <a:bodyPr/>
                    <a:lstStyle/>
                    <a:p>
                      <a:pPr marL="0" marR="0">
                        <a:lnSpc>
                          <a:spcPct val="107000"/>
                        </a:lnSpc>
                        <a:spcBef>
                          <a:spcPts val="0"/>
                        </a:spcBef>
                        <a:spcAft>
                          <a:spcPts val="800"/>
                        </a:spcAft>
                      </a:pPr>
                      <a:r>
                        <a:rPr lang="en-US" sz="1400" dirty="0">
                          <a:effectLst/>
                        </a:rPr>
                        <a:t>Loading M2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400" dirty="0">
                          <a:effectLst/>
                        </a:rPr>
                        <a:t>Not too fast assembling (time taken should be more than </a:t>
                      </a:r>
                      <a:r>
                        <a:rPr lang="en-US" sz="1400" dirty="0" smtClean="0">
                          <a:effectLst/>
                        </a:rPr>
                        <a:t>11 </a:t>
                      </a:r>
                      <a:r>
                        <a:rPr lang="en-US" sz="1400" dirty="0">
                          <a:effectLst/>
                        </a:rPr>
                        <a:t>mins)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400" dirty="0">
                          <a:effectLst/>
                        </a:rPr>
                        <a:t>From the Pie chart for M2 given below we see that if the time taken to load the machine is greater than 12 mins, it amounts to less number of defectives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17920655"/>
                  </a:ext>
                </a:extLst>
              </a:tr>
              <a:tr h="358095">
                <a:tc>
                  <a:txBody>
                    <a:bodyPr/>
                    <a:lstStyle/>
                    <a:p>
                      <a:pPr marL="0" marR="0">
                        <a:lnSpc>
                          <a:spcPct val="107000"/>
                        </a:lnSpc>
                        <a:spcBef>
                          <a:spcPts val="0"/>
                        </a:spcBef>
                        <a:spcAft>
                          <a:spcPts val="800"/>
                        </a:spcAft>
                      </a:pPr>
                      <a:r>
                        <a:rPr lang="en-US" sz="1400" dirty="0">
                          <a:effectLst/>
                        </a:rPr>
                        <a:t>Washing</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400" dirty="0">
                          <a:effectLst/>
                        </a:rPr>
                        <a:t>Not to wash in Ampoules in M2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pPr>
                      <a:endParaRPr lang="en-US" sz="1200" dirty="0">
                        <a:effectLst/>
                        <a:latin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82609219"/>
                  </a:ext>
                </a:extLst>
              </a:tr>
            </a:tbl>
          </a:graphicData>
        </a:graphic>
      </p:graphicFrame>
      <p:graphicFrame>
        <p:nvGraphicFramePr>
          <p:cNvPr id="5" name="Chart 4">
            <a:extLst>
              <a:ext uri="{FF2B5EF4-FFF2-40B4-BE49-F238E27FC236}">
                <a16:creationId xmlns="" xmlns:a16="http://schemas.microsoft.com/office/drawing/2014/main" id="{9444B714-483E-4D28-88F1-EF9D1C61C248}"/>
              </a:ext>
            </a:extLst>
          </p:cNvPr>
          <p:cNvGraphicFramePr>
            <a:graphicFrameLocks/>
          </p:cNvGraphicFramePr>
          <p:nvPr>
            <p:extLst>
              <p:ext uri="{D42A27DB-BD31-4B8C-83A1-F6EECF244321}">
                <p14:modId xmlns="" xmlns:p14="http://schemas.microsoft.com/office/powerpoint/2010/main" val="999375393"/>
              </p:ext>
            </p:extLst>
          </p:nvPr>
        </p:nvGraphicFramePr>
        <p:xfrm>
          <a:off x="929606" y="4029148"/>
          <a:ext cx="3909680" cy="20902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 xmlns:a16="http://schemas.microsoft.com/office/drawing/2014/main" id="{B2591019-F7D8-4408-8365-AA71AA472382}"/>
              </a:ext>
            </a:extLst>
          </p:cNvPr>
          <p:cNvGraphicFramePr>
            <a:graphicFrameLocks/>
          </p:cNvGraphicFramePr>
          <p:nvPr>
            <p:extLst>
              <p:ext uri="{D42A27DB-BD31-4B8C-83A1-F6EECF244321}">
                <p14:modId xmlns="" xmlns:p14="http://schemas.microsoft.com/office/powerpoint/2010/main" val="2415443178"/>
              </p:ext>
            </p:extLst>
          </p:nvPr>
        </p:nvGraphicFramePr>
        <p:xfrm>
          <a:off x="5684372" y="4042995"/>
          <a:ext cx="3677349" cy="20764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 xmlns:p14="http://schemas.microsoft.com/office/powerpoint/2010/main" val="14942642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t>Chi Square Test For Association (M1)</a:t>
            </a:r>
            <a:endParaRPr lang="en-US" dirty="0"/>
          </a:p>
        </p:txBody>
      </p:sp>
      <p:graphicFrame>
        <p:nvGraphicFramePr>
          <p:cNvPr id="10" name="Content Placeholder 9"/>
          <p:cNvGraphicFramePr>
            <a:graphicFrameLocks noGrp="1"/>
          </p:cNvGraphicFramePr>
          <p:nvPr>
            <p:ph idx="1"/>
            <p:extLst>
              <p:ext uri="{D42A27DB-BD31-4B8C-83A1-F6EECF244321}">
                <p14:modId xmlns="" xmlns:p14="http://schemas.microsoft.com/office/powerpoint/2010/main" val="3507386567"/>
              </p:ext>
            </p:extLst>
          </p:nvPr>
        </p:nvGraphicFramePr>
        <p:xfrm>
          <a:off x="787793" y="1420836"/>
          <a:ext cx="8792306" cy="4834182"/>
        </p:xfrm>
        <a:graphic>
          <a:graphicData uri="http://schemas.openxmlformats.org/drawingml/2006/table">
            <a:tbl>
              <a:tblPr>
                <a:tableStyleId>{5C22544A-7EE6-4342-B048-85BDC9FD1C3A}</a:tableStyleId>
              </a:tblPr>
              <a:tblGrid>
                <a:gridCol w="1401226">
                  <a:extLst>
                    <a:ext uri="{9D8B030D-6E8A-4147-A177-3AD203B41FA5}">
                      <a16:colId xmlns="" xmlns:a16="http://schemas.microsoft.com/office/drawing/2014/main" val="1341060304"/>
                    </a:ext>
                  </a:extLst>
                </a:gridCol>
                <a:gridCol w="739108">
                  <a:extLst>
                    <a:ext uri="{9D8B030D-6E8A-4147-A177-3AD203B41FA5}">
                      <a16:colId xmlns="" xmlns:a16="http://schemas.microsoft.com/office/drawing/2014/main" val="299589653"/>
                    </a:ext>
                  </a:extLst>
                </a:gridCol>
                <a:gridCol w="739108">
                  <a:extLst>
                    <a:ext uri="{9D8B030D-6E8A-4147-A177-3AD203B41FA5}">
                      <a16:colId xmlns="" xmlns:a16="http://schemas.microsoft.com/office/drawing/2014/main" val="2164236237"/>
                    </a:ext>
                  </a:extLst>
                </a:gridCol>
                <a:gridCol w="739108">
                  <a:extLst>
                    <a:ext uri="{9D8B030D-6E8A-4147-A177-3AD203B41FA5}">
                      <a16:colId xmlns="" xmlns:a16="http://schemas.microsoft.com/office/drawing/2014/main" val="3652296243"/>
                    </a:ext>
                  </a:extLst>
                </a:gridCol>
                <a:gridCol w="739108">
                  <a:extLst>
                    <a:ext uri="{9D8B030D-6E8A-4147-A177-3AD203B41FA5}">
                      <a16:colId xmlns="" xmlns:a16="http://schemas.microsoft.com/office/drawing/2014/main" val="4072618368"/>
                    </a:ext>
                  </a:extLst>
                </a:gridCol>
                <a:gridCol w="739108">
                  <a:extLst>
                    <a:ext uri="{9D8B030D-6E8A-4147-A177-3AD203B41FA5}">
                      <a16:colId xmlns="" xmlns:a16="http://schemas.microsoft.com/office/drawing/2014/main" val="1605164817"/>
                    </a:ext>
                  </a:extLst>
                </a:gridCol>
                <a:gridCol w="739108">
                  <a:extLst>
                    <a:ext uri="{9D8B030D-6E8A-4147-A177-3AD203B41FA5}">
                      <a16:colId xmlns="" xmlns:a16="http://schemas.microsoft.com/office/drawing/2014/main" val="2856946265"/>
                    </a:ext>
                  </a:extLst>
                </a:gridCol>
                <a:gridCol w="739108">
                  <a:extLst>
                    <a:ext uri="{9D8B030D-6E8A-4147-A177-3AD203B41FA5}">
                      <a16:colId xmlns="" xmlns:a16="http://schemas.microsoft.com/office/drawing/2014/main" val="400994634"/>
                    </a:ext>
                  </a:extLst>
                </a:gridCol>
                <a:gridCol w="739108">
                  <a:extLst>
                    <a:ext uri="{9D8B030D-6E8A-4147-A177-3AD203B41FA5}">
                      <a16:colId xmlns="" xmlns:a16="http://schemas.microsoft.com/office/drawing/2014/main" val="469990841"/>
                    </a:ext>
                  </a:extLst>
                </a:gridCol>
                <a:gridCol w="739108">
                  <a:extLst>
                    <a:ext uri="{9D8B030D-6E8A-4147-A177-3AD203B41FA5}">
                      <a16:colId xmlns="" xmlns:a16="http://schemas.microsoft.com/office/drawing/2014/main" val="2943061996"/>
                    </a:ext>
                  </a:extLst>
                </a:gridCol>
                <a:gridCol w="739108">
                  <a:extLst>
                    <a:ext uri="{9D8B030D-6E8A-4147-A177-3AD203B41FA5}">
                      <a16:colId xmlns="" xmlns:a16="http://schemas.microsoft.com/office/drawing/2014/main" val="1958483751"/>
                    </a:ext>
                  </a:extLst>
                </a:gridCol>
              </a:tblGrid>
              <a:tr h="266787">
                <a:tc>
                  <a:txBody>
                    <a:bodyPr/>
                    <a:lstStyle/>
                    <a:p>
                      <a:pPr algn="l" fontAlgn="b"/>
                      <a:r>
                        <a:rPr lang="en-US" sz="1100" u="none" strike="noStrike" dirty="0">
                          <a:effectLst/>
                        </a:rPr>
                        <a:t>H0:</a:t>
                      </a:r>
                      <a:endParaRPr lang="en-US" sz="1100" b="0" i="0" u="none" strike="noStrike" dirty="0">
                        <a:solidFill>
                          <a:srgbClr val="000000"/>
                        </a:solidFill>
                        <a:effectLst/>
                        <a:latin typeface="Calibri" panose="020F0502020204030204" pitchFamily="34" charset="0"/>
                      </a:endParaRPr>
                    </a:p>
                  </a:txBody>
                  <a:tcPr marL="9525" marR="9525" marT="9525" marB="0" anchor="b"/>
                </a:tc>
                <a:tc gridSpan="7">
                  <a:txBody>
                    <a:bodyPr/>
                    <a:lstStyle/>
                    <a:p>
                      <a:pPr algn="l" fontAlgn="b"/>
                      <a:r>
                        <a:rPr lang="en-US" sz="1100" u="none" strike="noStrike" dirty="0">
                          <a:effectLst/>
                        </a:rPr>
                        <a:t>There is no association between defectives and time &lt;5 minutes </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03026623"/>
                  </a:ext>
                </a:extLst>
              </a:tr>
              <a:tr h="266787">
                <a:tc>
                  <a:txBody>
                    <a:bodyPr/>
                    <a:lstStyle/>
                    <a:p>
                      <a:pPr algn="l" fontAlgn="b"/>
                      <a:r>
                        <a:rPr lang="en-US" sz="1100" u="none" strike="noStrike" dirty="0">
                          <a:effectLst/>
                        </a:rPr>
                        <a:t>H1:</a:t>
                      </a:r>
                      <a:endParaRPr lang="en-US" sz="1100" b="0" i="0" u="none" strike="noStrike" dirty="0">
                        <a:solidFill>
                          <a:srgbClr val="000000"/>
                        </a:solidFill>
                        <a:effectLst/>
                        <a:latin typeface="Calibri" panose="020F0502020204030204" pitchFamily="34" charset="0"/>
                      </a:endParaRPr>
                    </a:p>
                  </a:txBody>
                  <a:tcPr marL="9525" marR="9525" marT="9525" marB="0" anchor="b"/>
                </a:tc>
                <a:tc gridSpan="7">
                  <a:txBody>
                    <a:bodyPr/>
                    <a:lstStyle/>
                    <a:p>
                      <a:pPr algn="l" fontAlgn="b"/>
                      <a:r>
                        <a:rPr lang="en-US" sz="1100" u="none" strike="noStrike" dirty="0">
                          <a:effectLst/>
                        </a:rPr>
                        <a:t>There is  association between defectives and time &lt;5 minutes </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934849589"/>
                  </a:ext>
                </a:extLst>
              </a:tr>
              <a:tr h="266787">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78417888"/>
                  </a:ext>
                </a:extLst>
              </a:tr>
              <a:tr h="482885">
                <a:tc>
                  <a:txBody>
                    <a:bodyPr/>
                    <a:lstStyle/>
                    <a:p>
                      <a:pPr algn="ctr" fontAlgn="b"/>
                      <a:r>
                        <a:rPr lang="en-US" sz="1400" u="none" strike="noStrike" dirty="0">
                          <a:effectLst/>
                        </a:rPr>
                        <a:t>time taken</a:t>
                      </a:r>
                      <a:endParaRPr lang="en-US" sz="1400" b="0" i="0" u="none" strike="noStrike" dirty="0">
                        <a:solidFill>
                          <a:srgbClr val="000000"/>
                        </a:solidFill>
                        <a:effectLst/>
                        <a:latin typeface="Times New Roman" panose="02020603050405020304" pitchFamily="18" charset="0"/>
                      </a:endParaRPr>
                    </a:p>
                  </a:txBody>
                  <a:tcPr marL="9525" marR="9525" marT="9525" marB="0" anchor="b"/>
                </a:tc>
                <a:tc>
                  <a:txBody>
                    <a:bodyPr/>
                    <a:lstStyle/>
                    <a:p>
                      <a:pPr algn="l" fontAlgn="b"/>
                      <a:r>
                        <a:rPr lang="en-US" sz="1100" u="none" strike="noStrike" dirty="0">
                          <a:effectLst/>
                        </a:rPr>
                        <a:t>Breakage</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non defective</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Total</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Chi-</a:t>
                      </a:r>
                      <a:r>
                        <a:rPr lang="en-US" sz="1100" u="none" strike="noStrike" dirty="0" err="1">
                          <a:effectLst/>
                        </a:rPr>
                        <a:t>Sq</a:t>
                      </a:r>
                      <a:endParaRPr lang="en-US"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Breakage Expected</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non defective Expected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2750973259"/>
                  </a:ext>
                </a:extLst>
              </a:tr>
              <a:tr h="333484">
                <a:tc>
                  <a:txBody>
                    <a:bodyPr/>
                    <a:lstStyle/>
                    <a:p>
                      <a:pPr algn="ctr" fontAlgn="b"/>
                      <a:r>
                        <a:rPr lang="en-US" sz="1400" u="none" strike="noStrike">
                          <a:effectLst/>
                        </a:rPr>
                        <a:t>&lt;5minutes</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p</a:t>
                      </a:r>
                      <a:endParaRPr lang="en-US" sz="1100" b="1" i="1"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0.083265</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347516090"/>
                  </a:ext>
                </a:extLst>
              </a:tr>
              <a:tr h="333484">
                <a:tc>
                  <a:txBody>
                    <a:bodyPr/>
                    <a:lstStyle/>
                    <a:p>
                      <a:pPr algn="ctr" fontAlgn="b"/>
                      <a:r>
                        <a:rPr lang="en-US" sz="1400" u="none" strike="noStrike">
                          <a:effectLst/>
                        </a:rPr>
                        <a:t>&gt;5minutes</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a:t>
                      </a:r>
                      <a:endParaRPr lang="en-US" sz="1100" b="0" i="0" u="none" strike="noStrike">
                        <a:solidFill>
                          <a:srgbClr val="000000"/>
                        </a:solidFill>
                        <a:effectLst/>
                        <a:latin typeface="Symbol" panose="05050102010706020507" pitchFamily="18" charset="2"/>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79785472"/>
                  </a:ext>
                </a:extLst>
              </a:tr>
              <a:tr h="266787">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48</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Variables are Independent</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693279317"/>
                  </a:ext>
                </a:extLst>
              </a:tr>
              <a:tr h="266787">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409731195"/>
                  </a:ext>
                </a:extLst>
              </a:tr>
              <a:tr h="482885">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Breakage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 defective</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Contribution</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675065253"/>
                  </a:ext>
                </a:extLst>
              </a:tr>
              <a:tr h="266787">
                <a:tc>
                  <a:txBody>
                    <a:bodyPr/>
                    <a:lstStyle/>
                    <a:p>
                      <a:pPr algn="l" fontAlgn="b"/>
                      <a:r>
                        <a:rPr lang="en-US" sz="1100" u="none" strike="noStrike">
                          <a:effectLst/>
                        </a:rPr>
                        <a:t>&lt;5minutes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4745663"/>
                  </a:ext>
                </a:extLst>
              </a:tr>
              <a:tr h="266787">
                <a:tc>
                  <a:txBody>
                    <a:bodyPr/>
                    <a:lstStyle/>
                    <a:p>
                      <a:pPr algn="l" fontAlgn="b"/>
                      <a:r>
                        <a:rPr lang="en-US" sz="1100" u="none" strike="noStrike">
                          <a:effectLst/>
                        </a:rPr>
                        <a:t>&gt;5minutes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304014377"/>
                  </a:ext>
                </a:extLst>
              </a:tr>
              <a:tr h="266787">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143144596"/>
                  </a:ext>
                </a:extLst>
              </a:tr>
              <a:tr h="266787">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359450137"/>
                  </a:ext>
                </a:extLst>
              </a:tr>
              <a:tr h="266787">
                <a:tc>
                  <a:txBody>
                    <a:bodyPr/>
                    <a:lstStyle/>
                    <a:p>
                      <a:pPr algn="l" fontAlgn="b"/>
                      <a:r>
                        <a:rPr lang="en-US" sz="1100" u="none" strike="noStrike">
                          <a:effectLst/>
                        </a:rPr>
                        <a:t>CONCLUSION:</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l" fontAlgn="b"/>
                      <a:r>
                        <a:rPr lang="en-US" sz="1100" u="none" strike="noStrike" dirty="0">
                          <a:effectLst/>
                        </a:rPr>
                        <a:t>Here as p value &gt; 0.05 hence</a:t>
                      </a:r>
                      <a:r>
                        <a:rPr lang="en-US" sz="1100" u="none" strike="noStrike" dirty="0" smtClean="0">
                          <a:effectLst/>
                        </a:rPr>
                        <a:t>, we do not</a:t>
                      </a:r>
                      <a:r>
                        <a:rPr lang="en-US" sz="1100" u="none" strike="noStrike" baseline="0" dirty="0" smtClean="0">
                          <a:effectLst/>
                        </a:rPr>
                        <a:t> reject</a:t>
                      </a:r>
                      <a:r>
                        <a:rPr lang="en-US" sz="1100" u="none" strike="noStrike" dirty="0" smtClean="0">
                          <a:effectLst/>
                        </a:rPr>
                        <a:t> </a:t>
                      </a:r>
                      <a:r>
                        <a:rPr lang="en-US" sz="1100" u="none" strike="noStrike" dirty="0">
                          <a:effectLst/>
                        </a:rPr>
                        <a:t>our null hypothesis</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18138190"/>
                  </a:ext>
                </a:extLst>
              </a:tr>
              <a:tr h="266787">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gridSpan="9">
                  <a:txBody>
                    <a:bodyPr/>
                    <a:lstStyle/>
                    <a:p>
                      <a:pPr algn="l" fontAlgn="b"/>
                      <a:r>
                        <a:rPr lang="en-US" sz="1100" u="none" strike="noStrike" dirty="0">
                          <a:effectLst/>
                        </a:rPr>
                        <a:t>therefore we can say that there is no association between defectives and time &lt;  5minutes </a:t>
                      </a:r>
                      <a:endParaRPr lang="en-US"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238881017"/>
                  </a:ext>
                </a:extLst>
              </a:tr>
              <a:tr h="266787">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408302308"/>
                  </a:ext>
                </a:extLst>
              </a:tr>
            </a:tbl>
          </a:graphicData>
        </a:graphic>
      </p:graphicFrame>
    </p:spTree>
    <p:extLst>
      <p:ext uri="{BB962C8B-B14F-4D97-AF65-F5344CB8AC3E}">
        <p14:creationId xmlns="" xmlns:p14="http://schemas.microsoft.com/office/powerpoint/2010/main" val="29824291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Chi Square Test For Association (M2)</a:t>
            </a:r>
          </a:p>
        </p:txBody>
      </p:sp>
      <p:graphicFrame>
        <p:nvGraphicFramePr>
          <p:cNvPr id="6" name="Content Placeholder 5"/>
          <p:cNvGraphicFramePr>
            <a:graphicFrameLocks noGrp="1"/>
          </p:cNvGraphicFramePr>
          <p:nvPr>
            <p:ph idx="1"/>
            <p:extLst>
              <p:ext uri="{D42A27DB-BD31-4B8C-83A1-F6EECF244321}">
                <p14:modId xmlns="" xmlns:p14="http://schemas.microsoft.com/office/powerpoint/2010/main" val="4001491783"/>
              </p:ext>
            </p:extLst>
          </p:nvPr>
        </p:nvGraphicFramePr>
        <p:xfrm>
          <a:off x="815925" y="1674050"/>
          <a:ext cx="8876718" cy="4647236"/>
        </p:xfrm>
        <a:graphic>
          <a:graphicData uri="http://schemas.openxmlformats.org/drawingml/2006/table">
            <a:tbl>
              <a:tblPr>
                <a:tableStyleId>{5C22544A-7EE6-4342-B048-85BDC9FD1C3A}</a:tableStyleId>
              </a:tblPr>
              <a:tblGrid>
                <a:gridCol w="1120362">
                  <a:extLst>
                    <a:ext uri="{9D8B030D-6E8A-4147-A177-3AD203B41FA5}">
                      <a16:colId xmlns="" xmlns:a16="http://schemas.microsoft.com/office/drawing/2014/main" val="4006823324"/>
                    </a:ext>
                  </a:extLst>
                </a:gridCol>
                <a:gridCol w="689454">
                  <a:extLst>
                    <a:ext uri="{9D8B030D-6E8A-4147-A177-3AD203B41FA5}">
                      <a16:colId xmlns="" xmlns:a16="http://schemas.microsoft.com/office/drawing/2014/main" val="171232607"/>
                    </a:ext>
                  </a:extLst>
                </a:gridCol>
                <a:gridCol w="980316">
                  <a:extLst>
                    <a:ext uri="{9D8B030D-6E8A-4147-A177-3AD203B41FA5}">
                      <a16:colId xmlns="" xmlns:a16="http://schemas.microsoft.com/office/drawing/2014/main" val="2874631882"/>
                    </a:ext>
                  </a:extLst>
                </a:gridCol>
                <a:gridCol w="689454">
                  <a:extLst>
                    <a:ext uri="{9D8B030D-6E8A-4147-A177-3AD203B41FA5}">
                      <a16:colId xmlns="" xmlns:a16="http://schemas.microsoft.com/office/drawing/2014/main" val="3308477274"/>
                    </a:ext>
                  </a:extLst>
                </a:gridCol>
                <a:gridCol w="689454">
                  <a:extLst>
                    <a:ext uri="{9D8B030D-6E8A-4147-A177-3AD203B41FA5}">
                      <a16:colId xmlns="" xmlns:a16="http://schemas.microsoft.com/office/drawing/2014/main" val="2004240613"/>
                    </a:ext>
                  </a:extLst>
                </a:gridCol>
                <a:gridCol w="1260408">
                  <a:extLst>
                    <a:ext uri="{9D8B030D-6E8A-4147-A177-3AD203B41FA5}">
                      <a16:colId xmlns="" xmlns:a16="http://schemas.microsoft.com/office/drawing/2014/main" val="2019778237"/>
                    </a:ext>
                  </a:extLst>
                </a:gridCol>
                <a:gridCol w="689454">
                  <a:extLst>
                    <a:ext uri="{9D8B030D-6E8A-4147-A177-3AD203B41FA5}">
                      <a16:colId xmlns="" xmlns:a16="http://schemas.microsoft.com/office/drawing/2014/main" val="4240655713"/>
                    </a:ext>
                  </a:extLst>
                </a:gridCol>
                <a:gridCol w="689454">
                  <a:extLst>
                    <a:ext uri="{9D8B030D-6E8A-4147-A177-3AD203B41FA5}">
                      <a16:colId xmlns="" xmlns:a16="http://schemas.microsoft.com/office/drawing/2014/main" val="1342094188"/>
                    </a:ext>
                  </a:extLst>
                </a:gridCol>
                <a:gridCol w="689454">
                  <a:extLst>
                    <a:ext uri="{9D8B030D-6E8A-4147-A177-3AD203B41FA5}">
                      <a16:colId xmlns="" xmlns:a16="http://schemas.microsoft.com/office/drawing/2014/main" val="1921089325"/>
                    </a:ext>
                  </a:extLst>
                </a:gridCol>
                <a:gridCol w="689454">
                  <a:extLst>
                    <a:ext uri="{9D8B030D-6E8A-4147-A177-3AD203B41FA5}">
                      <a16:colId xmlns="" xmlns:a16="http://schemas.microsoft.com/office/drawing/2014/main" val="1908350293"/>
                    </a:ext>
                  </a:extLst>
                </a:gridCol>
                <a:gridCol w="689454">
                  <a:extLst>
                    <a:ext uri="{9D8B030D-6E8A-4147-A177-3AD203B41FA5}">
                      <a16:colId xmlns="" xmlns:a16="http://schemas.microsoft.com/office/drawing/2014/main" val="2358211681"/>
                    </a:ext>
                  </a:extLst>
                </a:gridCol>
              </a:tblGrid>
              <a:tr h="230976">
                <a:tc>
                  <a:txBody>
                    <a:bodyPr/>
                    <a:lstStyle/>
                    <a:p>
                      <a:pPr algn="l" fontAlgn="b"/>
                      <a:r>
                        <a:rPr lang="en-US" sz="1100" u="none" strike="noStrike">
                          <a:effectLst/>
                        </a:rPr>
                        <a:t>H0:</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l" fontAlgn="b"/>
                      <a:r>
                        <a:rPr lang="en-US" sz="1100" u="none" strike="noStrike">
                          <a:effectLst/>
                        </a:rPr>
                        <a:t>There is no association between defectives and time &lt;11 minutes </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534100364"/>
                  </a:ext>
                </a:extLst>
              </a:tr>
              <a:tr h="230976">
                <a:tc>
                  <a:txBody>
                    <a:bodyPr/>
                    <a:lstStyle/>
                    <a:p>
                      <a:pPr algn="l" fontAlgn="b"/>
                      <a:r>
                        <a:rPr lang="en-US" sz="1100" u="none" strike="noStrike">
                          <a:effectLst/>
                        </a:rPr>
                        <a:t>H1:</a:t>
                      </a:r>
                      <a:endParaRPr lang="en-US" sz="1100" b="0" i="0" u="none" strike="noStrike">
                        <a:solidFill>
                          <a:srgbClr val="000000"/>
                        </a:solidFill>
                        <a:effectLst/>
                        <a:latin typeface="Calibri" panose="020F0502020204030204" pitchFamily="34" charset="0"/>
                      </a:endParaRPr>
                    </a:p>
                  </a:txBody>
                  <a:tcPr marL="9525" marR="9525" marT="9525" marB="0" anchor="b"/>
                </a:tc>
                <a:tc gridSpan="5">
                  <a:txBody>
                    <a:bodyPr/>
                    <a:lstStyle/>
                    <a:p>
                      <a:pPr algn="l" fontAlgn="b"/>
                      <a:r>
                        <a:rPr lang="en-US" sz="1100" u="none" strike="noStrike">
                          <a:effectLst/>
                        </a:rPr>
                        <a:t>There is  association between defectives and time &lt;11minutes </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061639034"/>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673666037"/>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914651760"/>
                  </a:ext>
                </a:extLst>
              </a:tr>
              <a:tr h="418066">
                <a:tc>
                  <a:txBody>
                    <a:bodyPr/>
                    <a:lstStyle/>
                    <a:p>
                      <a:pPr algn="ctr" fontAlgn="b"/>
                      <a:r>
                        <a:rPr lang="en-US" sz="1400" u="none" strike="noStrike">
                          <a:effectLst/>
                        </a:rPr>
                        <a:t>time taken</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l" fontAlgn="b"/>
                      <a:r>
                        <a:rPr lang="en-US" sz="1100" u="none" strike="noStrike">
                          <a:effectLst/>
                        </a:rPr>
                        <a:t>Breakage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 defective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Chi-Sq</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45.09090909</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Breakage Expected</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non defective Expected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814622383"/>
                  </a:ext>
                </a:extLst>
              </a:tr>
              <a:tr h="418066">
                <a:tc>
                  <a:txBody>
                    <a:bodyPr/>
                    <a:lstStyle/>
                    <a:p>
                      <a:pPr algn="ctr" fontAlgn="b"/>
                      <a:r>
                        <a:rPr lang="en-US" sz="1400" u="none" strike="noStrike">
                          <a:effectLst/>
                        </a:rPr>
                        <a:t>&lt;11minutes</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r" fontAlgn="b"/>
                      <a:r>
                        <a:rPr lang="en-US" sz="1100" u="none" strike="noStrike">
                          <a:effectLst/>
                        </a:rPr>
                        <a:t>56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p</a:t>
                      </a:r>
                      <a:endParaRPr lang="en-US" sz="1100" b="1" i="1"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0.00000000016167</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30096602"/>
                  </a:ext>
                </a:extLst>
              </a:tr>
              <a:tr h="288720">
                <a:tc>
                  <a:txBody>
                    <a:bodyPr/>
                    <a:lstStyle/>
                    <a:p>
                      <a:pPr algn="ctr" fontAlgn="b"/>
                      <a:r>
                        <a:rPr lang="en-US" sz="1400" u="none" strike="noStrike">
                          <a:effectLst/>
                        </a:rPr>
                        <a:t>&gt;11minutes</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r" fontAlgn="b"/>
                      <a:r>
                        <a:rPr lang="en-US" sz="1100" u="none" strike="noStrike">
                          <a:effectLst/>
                        </a:rPr>
                        <a:t>43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a:t>
                      </a:r>
                      <a:endParaRPr lang="en-US" sz="1100" b="0" i="0" u="none" strike="noStrike">
                        <a:solidFill>
                          <a:srgbClr val="000000"/>
                        </a:solidFill>
                        <a:effectLst/>
                        <a:latin typeface="Symbol" panose="05050102010706020507" pitchFamily="18" charset="2"/>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453190900"/>
                  </a:ext>
                </a:extLst>
              </a:tr>
              <a:tr h="288720">
                <a:tc>
                  <a:txBody>
                    <a:bodyPr/>
                    <a:lstStyle/>
                    <a:p>
                      <a:pPr algn="ctr" fontAlgn="b"/>
                      <a:r>
                        <a:rPr lang="en-US" sz="1400" u="none" strike="noStrike">
                          <a:effectLst/>
                        </a:rPr>
                        <a:t> </a:t>
                      </a:r>
                      <a:endParaRPr lang="en-US" sz="1400" b="0" i="0" u="none" strike="noStrike">
                        <a:solidFill>
                          <a:srgbClr val="000000"/>
                        </a:solidFill>
                        <a:effectLst/>
                        <a:latin typeface="Times New Roman" panose="02020603050405020304" pitchFamily="18" charset="0"/>
                      </a:endParaRPr>
                    </a:p>
                  </a:txBody>
                  <a:tcPr marL="9525" marR="9525" marT="9525" marB="0" anchor="b"/>
                </a:tc>
                <a:tc>
                  <a:txBody>
                    <a:bodyPr/>
                    <a:lstStyle/>
                    <a:p>
                      <a:pPr algn="r" fontAlgn="b"/>
                      <a:r>
                        <a:rPr lang="en-US" sz="1100" u="none" strike="noStrike">
                          <a:effectLst/>
                        </a:rPr>
                        <a:t>99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99</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Variables are Related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931601851"/>
                  </a:ext>
                </a:extLst>
              </a:tr>
              <a:tr h="230976">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198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297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755228945"/>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691830744"/>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Breakage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 defective</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Contribution</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037970035"/>
                  </a:ext>
                </a:extLst>
              </a:tr>
              <a:tr h="230976">
                <a:tc>
                  <a:txBody>
                    <a:bodyPr/>
                    <a:lstStyle/>
                    <a:p>
                      <a:pPr algn="l" fontAlgn="b"/>
                      <a:r>
                        <a:rPr lang="en-US" sz="1100" u="none" strike="noStrike">
                          <a:effectLst/>
                        </a:rPr>
                        <a:t>&lt;11minutes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1.515152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3.03030303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22299320"/>
                  </a:ext>
                </a:extLst>
              </a:tr>
              <a:tr h="230976">
                <a:tc>
                  <a:txBody>
                    <a:bodyPr/>
                    <a:lstStyle/>
                    <a:p>
                      <a:pPr algn="l" fontAlgn="b"/>
                      <a:r>
                        <a:rPr lang="en-US" sz="1100" u="none" strike="noStrike">
                          <a:effectLst/>
                        </a:rPr>
                        <a:t>&gt;11minutes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8.015152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16.03030303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056354182"/>
                  </a:ext>
                </a:extLst>
              </a:tr>
              <a:tr h="230976">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866318546"/>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892120194"/>
                  </a:ext>
                </a:extLst>
              </a:tr>
              <a:tr h="230976">
                <a:tc>
                  <a:txBody>
                    <a:bodyPr/>
                    <a:lstStyle/>
                    <a:p>
                      <a:pPr algn="l" fontAlgn="b"/>
                      <a:r>
                        <a:rPr lang="en-US" sz="1100" u="none" strike="noStrike">
                          <a:effectLst/>
                        </a:rPr>
                        <a:t>CONCLUSION:</a:t>
                      </a:r>
                      <a:endParaRPr lang="en-US" sz="1100" b="0" i="0" u="none" strike="noStrike">
                        <a:solidFill>
                          <a:srgbClr val="000000"/>
                        </a:solidFill>
                        <a:effectLst/>
                        <a:latin typeface="Calibri" panose="020F0502020204030204" pitchFamily="34" charset="0"/>
                      </a:endParaRPr>
                    </a:p>
                  </a:txBody>
                  <a:tcPr marL="9525" marR="9525" marT="9525" marB="0" anchor="b"/>
                </a:tc>
                <a:tc gridSpan="5">
                  <a:txBody>
                    <a:bodyPr/>
                    <a:lstStyle/>
                    <a:p>
                      <a:pPr algn="l" fontAlgn="b"/>
                      <a:r>
                        <a:rPr lang="en-US" sz="1100" u="none" strike="noStrike">
                          <a:effectLst/>
                        </a:rPr>
                        <a:t>Here as p value &lt; 0.05 hence,we reject our null hypothesis</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099767143"/>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gridSpan="8">
                  <a:txBody>
                    <a:bodyPr/>
                    <a:lstStyle/>
                    <a:p>
                      <a:pPr algn="l" fontAlgn="b"/>
                      <a:r>
                        <a:rPr lang="en-US" sz="1100" u="none" strike="noStrike">
                          <a:effectLst/>
                        </a:rPr>
                        <a:t>therefore we can say that there is association between defectives and time &lt;  11minutes </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919636708"/>
                  </a:ext>
                </a:extLst>
              </a:tr>
              <a:tr h="2309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244954471"/>
                  </a:ext>
                </a:extLst>
              </a:tr>
            </a:tbl>
          </a:graphicData>
        </a:graphic>
      </p:graphicFrame>
    </p:spTree>
    <p:extLst>
      <p:ext uri="{BB962C8B-B14F-4D97-AF65-F5344CB8AC3E}">
        <p14:creationId xmlns="" xmlns:p14="http://schemas.microsoft.com/office/powerpoint/2010/main" val="12057590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631" y="609600"/>
            <a:ext cx="8596668" cy="651164"/>
          </a:xfrm>
        </p:spPr>
        <p:txBody>
          <a:bodyPr/>
          <a:lstStyle/>
          <a:p>
            <a:r>
              <a:rPr lang="en-US" u="sng" dirty="0"/>
              <a:t>FMEA FOR VISUAL INSPECTION</a:t>
            </a:r>
            <a:endParaRPr lang="en-US" dirty="0"/>
          </a:p>
        </p:txBody>
      </p:sp>
      <p:pic>
        <p:nvPicPr>
          <p:cNvPr id="5" name="Picture 4"/>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89631" y="1260764"/>
            <a:ext cx="8982837" cy="3837709"/>
          </a:xfrm>
          <a:prstGeom prst="rect">
            <a:avLst/>
          </a:prstGeom>
          <a:noFill/>
        </p:spPr>
      </p:pic>
      <p:sp>
        <p:nvSpPr>
          <p:cNvPr id="6" name="Rectangle 5"/>
          <p:cNvSpPr/>
          <p:nvPr/>
        </p:nvSpPr>
        <p:spPr>
          <a:xfrm>
            <a:off x="1089631" y="5098473"/>
            <a:ext cx="8596668" cy="718017"/>
          </a:xfrm>
          <a:prstGeom prst="rect">
            <a:avLst/>
          </a:prstGeom>
        </p:spPr>
        <p:txBody>
          <a:bodyPr wrap="square">
            <a:spAutoFit/>
          </a:bodyPr>
          <a:lstStyle/>
          <a:p>
            <a:pPr>
              <a:lnSpc>
                <a:spcPct val="107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Interpretation: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We can observe from above table that RPN is highest for rejection of ampoules due to defects within ampoules. Hence it should be revised and reduced.</a:t>
            </a:r>
          </a:p>
        </p:txBody>
      </p:sp>
    </p:spTree>
    <p:extLst>
      <p:ext uri="{BB962C8B-B14F-4D97-AF65-F5344CB8AC3E}">
        <p14:creationId xmlns="" xmlns:p14="http://schemas.microsoft.com/office/powerpoint/2010/main" val="21814840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2905299732"/>
              </p:ext>
            </p:extLst>
          </p:nvPr>
        </p:nvGraphicFramePr>
        <p:xfrm>
          <a:off x="1161690" y="413167"/>
          <a:ext cx="7622092" cy="2205341"/>
        </p:xfrm>
        <a:graphic>
          <a:graphicData uri="http://schemas.openxmlformats.org/drawingml/2006/table">
            <a:tbl>
              <a:tblPr firstRow="1" bandRow="1">
                <a:tableStyleId>{5C22544A-7EE6-4342-B048-85BDC9FD1C3A}</a:tableStyleId>
              </a:tblPr>
              <a:tblGrid>
                <a:gridCol w="1221052">
                  <a:extLst>
                    <a:ext uri="{9D8B030D-6E8A-4147-A177-3AD203B41FA5}">
                      <a16:colId xmlns="" xmlns:a16="http://schemas.microsoft.com/office/drawing/2014/main" val="3041210889"/>
                    </a:ext>
                  </a:extLst>
                </a:gridCol>
                <a:gridCol w="1911211">
                  <a:extLst>
                    <a:ext uri="{9D8B030D-6E8A-4147-A177-3AD203B41FA5}">
                      <a16:colId xmlns="" xmlns:a16="http://schemas.microsoft.com/office/drawing/2014/main" val="2304617859"/>
                    </a:ext>
                  </a:extLst>
                </a:gridCol>
                <a:gridCol w="4489829">
                  <a:extLst>
                    <a:ext uri="{9D8B030D-6E8A-4147-A177-3AD203B41FA5}">
                      <a16:colId xmlns="" xmlns:a16="http://schemas.microsoft.com/office/drawing/2014/main" val="2429648084"/>
                    </a:ext>
                  </a:extLst>
                </a:gridCol>
              </a:tblGrid>
              <a:tr h="522643">
                <a:tc>
                  <a:txBody>
                    <a:bodyPr/>
                    <a:lstStyle/>
                    <a:p>
                      <a:pPr marL="0" marR="0">
                        <a:lnSpc>
                          <a:spcPct val="107000"/>
                        </a:lnSpc>
                        <a:spcBef>
                          <a:spcPts val="0"/>
                        </a:spcBef>
                        <a:spcAft>
                          <a:spcPts val="800"/>
                        </a:spcAft>
                      </a:pPr>
                      <a:r>
                        <a:rPr lang="en-US" sz="1100">
                          <a:effectLst/>
                        </a:rPr>
                        <a:t>Potential failure Mode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100">
                          <a:effectLst/>
                        </a:rPr>
                        <a:t>Recommendations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100">
                          <a:effectLst/>
                        </a:rPr>
                        <a:t>Reason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517905871"/>
                  </a:ext>
                </a:extLst>
              </a:tr>
              <a:tr h="947585">
                <a:tc>
                  <a:txBody>
                    <a:bodyPr/>
                    <a:lstStyle/>
                    <a:p>
                      <a:pPr marL="0" marR="0">
                        <a:lnSpc>
                          <a:spcPct val="107000"/>
                        </a:lnSpc>
                        <a:spcBef>
                          <a:spcPts val="0"/>
                        </a:spcBef>
                        <a:spcAft>
                          <a:spcPts val="800"/>
                        </a:spcAft>
                      </a:pPr>
                      <a:r>
                        <a:rPr lang="en-US" sz="1200">
                          <a:effectLst/>
                        </a:rPr>
                        <a:t>Cleaning after DHS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200">
                          <a:effectLst/>
                        </a:rPr>
                        <a:t>Use Thermocol Cartons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200">
                          <a:effectLst/>
                        </a:rPr>
                        <a:t>From the Pie chart given below we see that the breakage due to Throwing the ampoules in plastic containers amounts to more percentage of defectives while cleaning Ampoules than that of other reasons.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1719501486"/>
                  </a:ext>
                </a:extLst>
              </a:tr>
              <a:tr h="735113">
                <a:tc>
                  <a:txBody>
                    <a:bodyPr/>
                    <a:lstStyle/>
                    <a:p>
                      <a:pPr marL="0" marR="0">
                        <a:lnSpc>
                          <a:spcPct val="107000"/>
                        </a:lnSpc>
                        <a:spcBef>
                          <a:spcPts val="0"/>
                        </a:spcBef>
                        <a:spcAft>
                          <a:spcPts val="800"/>
                        </a:spcAft>
                      </a:pPr>
                      <a:r>
                        <a:rPr lang="en-US" sz="1200">
                          <a:effectLst/>
                        </a:rPr>
                        <a:t>Defects within Ampoules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200">
                          <a:effectLst/>
                        </a:rPr>
                        <a:t>Maintenance of DHS machine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200" dirty="0">
                          <a:effectLst/>
                        </a:rPr>
                        <a:t>Defects within ampoules, presence of glass and fibers can be reduced only by maintenance of the DHS machine.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3943747681"/>
                  </a:ext>
                </a:extLst>
              </a:tr>
            </a:tbl>
          </a:graphicData>
        </a:graphic>
      </p:graphicFrame>
      <p:pic>
        <p:nvPicPr>
          <p:cNvPr id="6" name="Picture 5"/>
          <p:cNvPicPr>
            <a:picLocks noChangeAspect="1"/>
          </p:cNvPicPr>
          <p:nvPr/>
        </p:nvPicPr>
        <p:blipFill>
          <a:blip r:embed="rId2" cstate="print"/>
          <a:stretch>
            <a:fillRect/>
          </a:stretch>
        </p:blipFill>
        <p:spPr>
          <a:xfrm>
            <a:off x="1161690" y="2867890"/>
            <a:ext cx="4899583" cy="3153455"/>
          </a:xfrm>
          <a:prstGeom prst="rect">
            <a:avLst/>
          </a:prstGeom>
        </p:spPr>
      </p:pic>
    </p:spTree>
    <p:extLst>
      <p:ext uri="{BB962C8B-B14F-4D97-AF65-F5344CB8AC3E}">
        <p14:creationId xmlns="" xmlns:p14="http://schemas.microsoft.com/office/powerpoint/2010/main" val="12034055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Chi Square Test For Association (Cleaning)</a:t>
            </a: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4068477098"/>
              </p:ext>
            </p:extLst>
          </p:nvPr>
        </p:nvGraphicFramePr>
        <p:xfrm>
          <a:off x="677330" y="1682317"/>
          <a:ext cx="9198189" cy="4607696"/>
        </p:xfrm>
        <a:graphic>
          <a:graphicData uri="http://schemas.openxmlformats.org/drawingml/2006/table">
            <a:tbl>
              <a:tblPr>
                <a:tableStyleId>{5C22544A-7EE6-4342-B048-85BDC9FD1C3A}</a:tableStyleId>
              </a:tblPr>
              <a:tblGrid>
                <a:gridCol w="2039684">
                  <a:extLst>
                    <a:ext uri="{9D8B030D-6E8A-4147-A177-3AD203B41FA5}">
                      <a16:colId xmlns="" xmlns:a16="http://schemas.microsoft.com/office/drawing/2014/main" val="267677368"/>
                    </a:ext>
                  </a:extLst>
                </a:gridCol>
                <a:gridCol w="627595">
                  <a:extLst>
                    <a:ext uri="{9D8B030D-6E8A-4147-A177-3AD203B41FA5}">
                      <a16:colId xmlns="" xmlns:a16="http://schemas.microsoft.com/office/drawing/2014/main" val="3055067933"/>
                    </a:ext>
                  </a:extLst>
                </a:gridCol>
                <a:gridCol w="627595">
                  <a:extLst>
                    <a:ext uri="{9D8B030D-6E8A-4147-A177-3AD203B41FA5}">
                      <a16:colId xmlns="" xmlns:a16="http://schemas.microsoft.com/office/drawing/2014/main" val="2517740048"/>
                    </a:ext>
                  </a:extLst>
                </a:gridCol>
                <a:gridCol w="627595">
                  <a:extLst>
                    <a:ext uri="{9D8B030D-6E8A-4147-A177-3AD203B41FA5}">
                      <a16:colId xmlns="" xmlns:a16="http://schemas.microsoft.com/office/drawing/2014/main" val="1883530082"/>
                    </a:ext>
                  </a:extLst>
                </a:gridCol>
                <a:gridCol w="627595">
                  <a:extLst>
                    <a:ext uri="{9D8B030D-6E8A-4147-A177-3AD203B41FA5}">
                      <a16:colId xmlns="" xmlns:a16="http://schemas.microsoft.com/office/drawing/2014/main" val="71154207"/>
                    </a:ext>
                  </a:extLst>
                </a:gridCol>
                <a:gridCol w="1510150">
                  <a:extLst>
                    <a:ext uri="{9D8B030D-6E8A-4147-A177-3AD203B41FA5}">
                      <a16:colId xmlns="" xmlns:a16="http://schemas.microsoft.com/office/drawing/2014/main" val="1202864488"/>
                    </a:ext>
                  </a:extLst>
                </a:gridCol>
                <a:gridCol w="627595">
                  <a:extLst>
                    <a:ext uri="{9D8B030D-6E8A-4147-A177-3AD203B41FA5}">
                      <a16:colId xmlns="" xmlns:a16="http://schemas.microsoft.com/office/drawing/2014/main" val="1734390264"/>
                    </a:ext>
                  </a:extLst>
                </a:gridCol>
                <a:gridCol w="627595">
                  <a:extLst>
                    <a:ext uri="{9D8B030D-6E8A-4147-A177-3AD203B41FA5}">
                      <a16:colId xmlns="" xmlns:a16="http://schemas.microsoft.com/office/drawing/2014/main" val="3083598342"/>
                    </a:ext>
                  </a:extLst>
                </a:gridCol>
                <a:gridCol w="627595">
                  <a:extLst>
                    <a:ext uri="{9D8B030D-6E8A-4147-A177-3AD203B41FA5}">
                      <a16:colId xmlns="" xmlns:a16="http://schemas.microsoft.com/office/drawing/2014/main" val="1740542043"/>
                    </a:ext>
                  </a:extLst>
                </a:gridCol>
                <a:gridCol w="627595">
                  <a:extLst>
                    <a:ext uri="{9D8B030D-6E8A-4147-A177-3AD203B41FA5}">
                      <a16:colId xmlns="" xmlns:a16="http://schemas.microsoft.com/office/drawing/2014/main" val="1573031689"/>
                    </a:ext>
                  </a:extLst>
                </a:gridCol>
                <a:gridCol w="627595">
                  <a:extLst>
                    <a:ext uri="{9D8B030D-6E8A-4147-A177-3AD203B41FA5}">
                      <a16:colId xmlns="" xmlns:a16="http://schemas.microsoft.com/office/drawing/2014/main" val="2852268407"/>
                    </a:ext>
                  </a:extLst>
                </a:gridCol>
              </a:tblGrid>
              <a:tr h="220761">
                <a:tc>
                  <a:txBody>
                    <a:bodyPr/>
                    <a:lstStyle/>
                    <a:p>
                      <a:pPr algn="l" fontAlgn="b"/>
                      <a:r>
                        <a:rPr lang="en-US" sz="1100" u="none" strike="noStrike">
                          <a:effectLst/>
                        </a:rPr>
                        <a:t>H0:</a:t>
                      </a:r>
                      <a:endParaRPr lang="en-US" sz="1100" b="0" i="0" u="none" strike="noStrike">
                        <a:solidFill>
                          <a:srgbClr val="000000"/>
                        </a:solidFill>
                        <a:effectLst/>
                        <a:latin typeface="Calibri" panose="020F0502020204030204" pitchFamily="34" charset="0"/>
                      </a:endParaRPr>
                    </a:p>
                  </a:txBody>
                  <a:tcPr marL="9525" marR="9525" marT="9525" marB="0" anchor="b"/>
                </a:tc>
                <a:tc gridSpan="7">
                  <a:txBody>
                    <a:bodyPr/>
                    <a:lstStyle/>
                    <a:p>
                      <a:pPr algn="l" fontAlgn="b"/>
                      <a:r>
                        <a:rPr lang="en-US" sz="1100" u="none" strike="noStrike">
                          <a:effectLst/>
                        </a:rPr>
                        <a:t>There is no association between defectives and throwing in plastic container</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755631239"/>
                  </a:ext>
                </a:extLst>
              </a:tr>
              <a:tr h="220761">
                <a:tc>
                  <a:txBody>
                    <a:bodyPr/>
                    <a:lstStyle/>
                    <a:p>
                      <a:pPr algn="l" fontAlgn="b"/>
                      <a:r>
                        <a:rPr lang="en-US" sz="1100" u="none" strike="noStrike">
                          <a:effectLst/>
                        </a:rPr>
                        <a:t>H1:</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l" fontAlgn="b"/>
                      <a:r>
                        <a:rPr lang="en-US" sz="1100" u="none" strike="noStrike">
                          <a:effectLst/>
                        </a:rPr>
                        <a:t>There is  association between defectives and throwing in plastic container</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325504272"/>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53691737"/>
                  </a:ext>
                </a:extLst>
              </a:tr>
              <a:tr h="593846">
                <a:tc>
                  <a:txBody>
                    <a:bodyPr/>
                    <a:lstStyle/>
                    <a:p>
                      <a:pPr algn="l" fontAlgn="b"/>
                      <a:r>
                        <a:rPr lang="en-US" sz="1100" u="none" strike="noStrike">
                          <a:effectLst/>
                        </a:rPr>
                        <a:t>Breakage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nondefective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Chi-Sq</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69.71857923</a:t>
                      </a:r>
                      <a:endParaRPr lang="en-US"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 Expected</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nondefective Expected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3254080153"/>
                  </a:ext>
                </a:extLst>
              </a:tr>
              <a:tr h="399576">
                <a:tc>
                  <a:txBody>
                    <a:bodyPr/>
                    <a:lstStyle/>
                    <a:p>
                      <a:pPr algn="l" fontAlgn="b"/>
                      <a:r>
                        <a:rPr lang="en-US" sz="1100" u="none" strike="noStrike">
                          <a:effectLst/>
                        </a:rPr>
                        <a:t>Throwing in plastic container</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p</a:t>
                      </a:r>
                      <a:endParaRPr lang="en-US" sz="1100" b="1" i="1"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0.0000000000000007258</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81.33333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40.66667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576275817"/>
                  </a:ext>
                </a:extLst>
              </a:tr>
              <a:tr h="220761">
                <a:tc>
                  <a:txBody>
                    <a:bodyPr/>
                    <a:lstStyle/>
                    <a:p>
                      <a:pPr algn="l" fontAlgn="b"/>
                      <a:r>
                        <a:rPr lang="en-US" sz="1100" u="none" strike="noStrike">
                          <a:effectLst/>
                        </a:rPr>
                        <a:t>Other reasons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a:t>
                      </a:r>
                      <a:endParaRPr lang="en-US" sz="1100" b="0" i="0" u="none" strike="noStrike">
                        <a:solidFill>
                          <a:srgbClr val="000000"/>
                        </a:solidFill>
                        <a:effectLst/>
                        <a:latin typeface="Symbol" panose="05050102010706020507" pitchFamily="18" charset="2"/>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81.33333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40.66667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982321839"/>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122</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Variables are Related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81.33333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40.66667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112492759"/>
                  </a:ext>
                </a:extLst>
              </a:tr>
              <a:tr h="220761">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244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366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671102748"/>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561114670"/>
                  </a:ext>
                </a:extLst>
              </a:tr>
              <a:tr h="39957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nondefective</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Contribution</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541766958"/>
                  </a:ext>
                </a:extLst>
              </a:tr>
              <a:tr h="220761">
                <a:tc>
                  <a:txBody>
                    <a:bodyPr/>
                    <a:lstStyle/>
                    <a:p>
                      <a:pPr algn="l" fontAlgn="b"/>
                      <a:r>
                        <a:rPr lang="en-US" sz="1100" u="none" strike="noStrike">
                          <a:effectLst/>
                        </a:rPr>
                        <a:t>Throwing in plastic container</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0.230874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0.461749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299178870"/>
                  </a:ext>
                </a:extLst>
              </a:tr>
              <a:tr h="220761">
                <a:tc>
                  <a:txBody>
                    <a:bodyPr/>
                    <a:lstStyle/>
                    <a:p>
                      <a:pPr algn="l" fontAlgn="b"/>
                      <a:r>
                        <a:rPr lang="en-US" sz="1100" u="none" strike="noStrike">
                          <a:effectLst/>
                        </a:rPr>
                        <a:t>Other reasons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16.23087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32.46175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737543063"/>
                  </a:ext>
                </a:extLst>
              </a:tr>
              <a:tr h="220761">
                <a:tc>
                  <a:txBody>
                    <a:bodyPr/>
                    <a:lstStyle/>
                    <a:p>
                      <a:pPr algn="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20.33333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40.66667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885699377"/>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869548602"/>
                  </a:ext>
                </a:extLst>
              </a:tr>
              <a:tr h="220761">
                <a:tc>
                  <a:txBody>
                    <a:bodyPr/>
                    <a:lstStyle/>
                    <a:p>
                      <a:pPr algn="l" fontAlgn="b"/>
                      <a:r>
                        <a:rPr lang="en-US" sz="1100" u="none" strike="noStrike">
                          <a:effectLst/>
                        </a:rPr>
                        <a:t>CONCLUSION:</a:t>
                      </a:r>
                      <a:endParaRPr lang="en-US" sz="1100" b="0" i="0" u="none" strike="noStrike">
                        <a:solidFill>
                          <a:srgbClr val="000000"/>
                        </a:solidFill>
                        <a:effectLst/>
                        <a:latin typeface="Calibri" panose="020F0502020204030204" pitchFamily="34" charset="0"/>
                      </a:endParaRPr>
                    </a:p>
                  </a:txBody>
                  <a:tcPr marL="9525" marR="9525" marT="9525" marB="0" anchor="b"/>
                </a:tc>
                <a:tc gridSpan="5">
                  <a:txBody>
                    <a:bodyPr/>
                    <a:lstStyle/>
                    <a:p>
                      <a:pPr algn="l" fontAlgn="b"/>
                      <a:r>
                        <a:rPr lang="en-US" sz="1100" u="none" strike="noStrike">
                          <a:effectLst/>
                        </a:rPr>
                        <a:t>Here as p value &lt; 0.05 hence,we reject our null hypothesis</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535807879"/>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gridSpan="9">
                  <a:txBody>
                    <a:bodyPr/>
                    <a:lstStyle/>
                    <a:p>
                      <a:pPr algn="l" fontAlgn="b"/>
                      <a:r>
                        <a:rPr lang="en-US" sz="1100" u="none" strike="noStrike">
                          <a:effectLst/>
                        </a:rPr>
                        <a:t>therefore we can say that there is association between defectives and throwing in plastic container</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074600251"/>
                  </a:ext>
                </a:extLst>
              </a:tr>
              <a:tr h="220761">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025209460"/>
                  </a:ext>
                </a:extLst>
              </a:tr>
            </a:tbl>
          </a:graphicData>
        </a:graphic>
      </p:graphicFrame>
    </p:spTree>
    <p:extLst>
      <p:ext uri="{BB962C8B-B14F-4D97-AF65-F5344CB8AC3E}">
        <p14:creationId xmlns="" xmlns:p14="http://schemas.microsoft.com/office/powerpoint/2010/main" val="3746800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8495" y="609600"/>
            <a:ext cx="8596668" cy="706582"/>
          </a:xfrm>
        </p:spPr>
        <p:txBody>
          <a:bodyPr/>
          <a:lstStyle/>
          <a:p>
            <a:r>
              <a:rPr lang="en-US" u="sng" dirty="0"/>
              <a:t>FMEA for PACKAGING</a:t>
            </a:r>
            <a:endParaRPr lang="en-US" dirty="0"/>
          </a:p>
        </p:txBody>
      </p:sp>
      <p:pic>
        <p:nvPicPr>
          <p:cNvPr id="4" name="Picture 3"/>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65830" y="1316182"/>
            <a:ext cx="8989552" cy="4613563"/>
          </a:xfrm>
          <a:prstGeom prst="rect">
            <a:avLst/>
          </a:prstGeom>
          <a:noFill/>
        </p:spPr>
      </p:pic>
      <p:sp>
        <p:nvSpPr>
          <p:cNvPr id="6" name="Rectangle 5"/>
          <p:cNvSpPr/>
          <p:nvPr/>
        </p:nvSpPr>
        <p:spPr>
          <a:xfrm>
            <a:off x="1103484" y="5918310"/>
            <a:ext cx="9114243" cy="718017"/>
          </a:xfrm>
          <a:prstGeom prst="rect">
            <a:avLst/>
          </a:prstGeom>
        </p:spPr>
        <p:txBody>
          <a:bodyPr wrap="square">
            <a:spAutoFit/>
          </a:bodyPr>
          <a:lstStyle/>
          <a:p>
            <a:pPr>
              <a:lnSpc>
                <a:spcPct val="107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Interpretation: </a:t>
            </a:r>
            <a:r>
              <a:rPr lang="en-US" dirty="0">
                <a:latin typeface="Calibri" panose="020F0502020204030204" pitchFamily="34" charset="0"/>
                <a:ea typeface="Calibri" panose="020F0502020204030204" pitchFamily="34" charset="0"/>
                <a:cs typeface="Times New Roman" panose="02020603050405020304" pitchFamily="18" charset="0"/>
              </a:rPr>
              <a:t>We can observe from above table that RPN is highest for wrong side printing and solution left on ampoules during labelling. Hence it should be revised and reduced.</a:t>
            </a:r>
          </a:p>
        </p:txBody>
      </p:sp>
    </p:spTree>
    <p:extLst>
      <p:ext uri="{BB962C8B-B14F-4D97-AF65-F5344CB8AC3E}">
        <p14:creationId xmlns="" xmlns:p14="http://schemas.microsoft.com/office/powerpoint/2010/main" val="23031910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932184166"/>
              </p:ext>
            </p:extLst>
          </p:nvPr>
        </p:nvGraphicFramePr>
        <p:xfrm>
          <a:off x="1161256" y="556235"/>
          <a:ext cx="7996599" cy="2987717"/>
        </p:xfrm>
        <a:graphic>
          <a:graphicData uri="http://schemas.openxmlformats.org/drawingml/2006/table">
            <a:tbl>
              <a:tblPr firstRow="1" bandRow="1">
                <a:tableStyleId>{5C22544A-7EE6-4342-B048-85BDC9FD1C3A}</a:tableStyleId>
              </a:tblPr>
              <a:tblGrid>
                <a:gridCol w="1862962">
                  <a:extLst>
                    <a:ext uri="{9D8B030D-6E8A-4147-A177-3AD203B41FA5}">
                      <a16:colId xmlns="" xmlns:a16="http://schemas.microsoft.com/office/drawing/2014/main" val="550709173"/>
                    </a:ext>
                  </a:extLst>
                </a:gridCol>
                <a:gridCol w="2844344">
                  <a:extLst>
                    <a:ext uri="{9D8B030D-6E8A-4147-A177-3AD203B41FA5}">
                      <a16:colId xmlns="" xmlns:a16="http://schemas.microsoft.com/office/drawing/2014/main" val="2878407490"/>
                    </a:ext>
                  </a:extLst>
                </a:gridCol>
                <a:gridCol w="3289293">
                  <a:extLst>
                    <a:ext uri="{9D8B030D-6E8A-4147-A177-3AD203B41FA5}">
                      <a16:colId xmlns="" xmlns:a16="http://schemas.microsoft.com/office/drawing/2014/main" val="2342616675"/>
                    </a:ext>
                  </a:extLst>
                </a:gridCol>
              </a:tblGrid>
              <a:tr h="421047">
                <a:tc>
                  <a:txBody>
                    <a:bodyPr/>
                    <a:lstStyle/>
                    <a:p>
                      <a:pPr marL="0" marR="0">
                        <a:lnSpc>
                          <a:spcPct val="107000"/>
                        </a:lnSpc>
                        <a:spcBef>
                          <a:spcPts val="0"/>
                        </a:spcBef>
                        <a:spcAft>
                          <a:spcPts val="800"/>
                        </a:spcAft>
                      </a:pPr>
                      <a:r>
                        <a:rPr lang="en-US" sz="1200">
                          <a:effectLst/>
                        </a:rPr>
                        <a:t>Potential failure Mode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200">
                          <a:effectLst/>
                        </a:rPr>
                        <a:t>Recommendations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nSpc>
                          <a:spcPct val="107000"/>
                        </a:lnSpc>
                        <a:spcBef>
                          <a:spcPts val="0"/>
                        </a:spcBef>
                        <a:spcAft>
                          <a:spcPts val="800"/>
                        </a:spcAft>
                      </a:pPr>
                      <a:r>
                        <a:rPr lang="en-US" sz="1200">
                          <a:effectLst/>
                        </a:rPr>
                        <a:t>Reason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2365529398"/>
                  </a:ext>
                </a:extLst>
              </a:tr>
              <a:tr h="494621">
                <a:tc>
                  <a:txBody>
                    <a:bodyPr/>
                    <a:lstStyle/>
                    <a:p>
                      <a:pPr marL="0" marR="0">
                        <a:lnSpc>
                          <a:spcPct val="107000"/>
                        </a:lnSpc>
                        <a:spcBef>
                          <a:spcPts val="0"/>
                        </a:spcBef>
                        <a:spcAft>
                          <a:spcPts val="800"/>
                        </a:spcAft>
                      </a:pPr>
                      <a:r>
                        <a:rPr lang="en-US" sz="1400">
                          <a:effectLst/>
                        </a:rPr>
                        <a:t>Wrong GSM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Contact Label company to correct it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Since labels are not manufactured in Mercury Laboratories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547309634"/>
                  </a:ext>
                </a:extLst>
              </a:tr>
              <a:tr h="494621">
                <a:tc>
                  <a:txBody>
                    <a:bodyPr/>
                    <a:lstStyle/>
                    <a:p>
                      <a:pPr marL="0" marR="0">
                        <a:lnSpc>
                          <a:spcPct val="107000"/>
                        </a:lnSpc>
                        <a:spcBef>
                          <a:spcPts val="0"/>
                        </a:spcBef>
                        <a:spcAft>
                          <a:spcPts val="800"/>
                        </a:spcAft>
                      </a:pPr>
                      <a:r>
                        <a:rPr lang="en-US" sz="1400">
                          <a:effectLst/>
                        </a:rPr>
                        <a:t>Wrong side printing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Contact Label company to correct it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Since labels are not manufactured in Mercury Laboratories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3621630118"/>
                  </a:ext>
                </a:extLst>
              </a:tr>
              <a:tr h="438002">
                <a:tc>
                  <a:txBody>
                    <a:bodyPr/>
                    <a:lstStyle/>
                    <a:p>
                      <a:pPr marL="0" marR="0">
                        <a:lnSpc>
                          <a:spcPct val="107000"/>
                        </a:lnSpc>
                        <a:spcBef>
                          <a:spcPts val="0"/>
                        </a:spcBef>
                        <a:spcAft>
                          <a:spcPts val="800"/>
                        </a:spcAft>
                      </a:pPr>
                      <a:r>
                        <a:rPr lang="en-US" sz="1400">
                          <a:effectLst/>
                        </a:rPr>
                        <a:t>Solution on Amp.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More effective cleaning required    (Use of lukewarm water)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a:effectLst/>
                        </a:rPr>
                        <a:t>Cost effective solution to this problem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924259527"/>
                  </a:ext>
                </a:extLst>
              </a:tr>
              <a:tr h="906710">
                <a:tc>
                  <a:txBody>
                    <a:bodyPr/>
                    <a:lstStyle/>
                    <a:p>
                      <a:pPr marL="0" marR="0">
                        <a:lnSpc>
                          <a:spcPct val="107000"/>
                        </a:lnSpc>
                        <a:spcBef>
                          <a:spcPts val="0"/>
                        </a:spcBef>
                        <a:spcAft>
                          <a:spcPts val="800"/>
                        </a:spcAft>
                      </a:pPr>
                      <a:r>
                        <a:rPr lang="en-US" sz="1400">
                          <a:effectLst/>
                        </a:rPr>
                        <a:t>Breakage of Amp.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dirty="0">
                          <a:effectLst/>
                        </a:rPr>
                        <a:t>Strict surveillance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marL="0" marR="0">
                        <a:lnSpc>
                          <a:spcPct val="107000"/>
                        </a:lnSpc>
                        <a:spcBef>
                          <a:spcPts val="0"/>
                        </a:spcBef>
                        <a:spcAft>
                          <a:spcPts val="800"/>
                        </a:spcAft>
                      </a:pPr>
                      <a:r>
                        <a:rPr lang="en-US" sz="1400" dirty="0">
                          <a:effectLst/>
                        </a:rPr>
                        <a:t>The pie Chart below shows the percentage of breakage under surveillance is more than when the process is not under surveillance.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 xmlns:a16="http://schemas.microsoft.com/office/drawing/2014/main" val="2113845157"/>
                  </a:ext>
                </a:extLst>
              </a:tr>
            </a:tbl>
          </a:graphicData>
        </a:graphic>
      </p:graphicFrame>
      <p:pic>
        <p:nvPicPr>
          <p:cNvPr id="6" name="Picture 5"/>
          <p:cNvPicPr>
            <a:picLocks noChangeAspect="1"/>
          </p:cNvPicPr>
          <p:nvPr/>
        </p:nvPicPr>
        <p:blipFill>
          <a:blip r:embed="rId2" cstate="print"/>
          <a:stretch>
            <a:fillRect/>
          </a:stretch>
        </p:blipFill>
        <p:spPr>
          <a:xfrm>
            <a:off x="4628271" y="3922684"/>
            <a:ext cx="4529584" cy="2845507"/>
          </a:xfrm>
          <a:prstGeom prst="rect">
            <a:avLst/>
          </a:prstGeom>
        </p:spPr>
      </p:pic>
    </p:spTree>
    <p:extLst>
      <p:ext uri="{BB962C8B-B14F-4D97-AF65-F5344CB8AC3E}">
        <p14:creationId xmlns="" xmlns:p14="http://schemas.microsoft.com/office/powerpoint/2010/main" val="10372384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Chi Square Test For Association For Packaging</a:t>
            </a: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1063117336"/>
              </p:ext>
            </p:extLst>
          </p:nvPr>
        </p:nvGraphicFramePr>
        <p:xfrm>
          <a:off x="858132" y="1702194"/>
          <a:ext cx="8961114" cy="4712679"/>
        </p:xfrm>
        <a:graphic>
          <a:graphicData uri="http://schemas.openxmlformats.org/drawingml/2006/table">
            <a:tbl>
              <a:tblPr>
                <a:tableStyleId>{5C22544A-7EE6-4342-B048-85BDC9FD1C3A}</a:tableStyleId>
              </a:tblPr>
              <a:tblGrid>
                <a:gridCol w="1572251">
                  <a:extLst>
                    <a:ext uri="{9D8B030D-6E8A-4147-A177-3AD203B41FA5}">
                      <a16:colId xmlns="" xmlns:a16="http://schemas.microsoft.com/office/drawing/2014/main" val="1005731923"/>
                    </a:ext>
                  </a:extLst>
                </a:gridCol>
                <a:gridCol w="1157551">
                  <a:extLst>
                    <a:ext uri="{9D8B030D-6E8A-4147-A177-3AD203B41FA5}">
                      <a16:colId xmlns="" xmlns:a16="http://schemas.microsoft.com/office/drawing/2014/main" val="3662175887"/>
                    </a:ext>
                  </a:extLst>
                </a:gridCol>
                <a:gridCol w="692368">
                  <a:extLst>
                    <a:ext uri="{9D8B030D-6E8A-4147-A177-3AD203B41FA5}">
                      <a16:colId xmlns="" xmlns:a16="http://schemas.microsoft.com/office/drawing/2014/main" val="4210490429"/>
                    </a:ext>
                  </a:extLst>
                </a:gridCol>
                <a:gridCol w="692368">
                  <a:extLst>
                    <a:ext uri="{9D8B030D-6E8A-4147-A177-3AD203B41FA5}">
                      <a16:colId xmlns="" xmlns:a16="http://schemas.microsoft.com/office/drawing/2014/main" val="1180492422"/>
                    </a:ext>
                  </a:extLst>
                </a:gridCol>
                <a:gridCol w="692368">
                  <a:extLst>
                    <a:ext uri="{9D8B030D-6E8A-4147-A177-3AD203B41FA5}">
                      <a16:colId xmlns="" xmlns:a16="http://schemas.microsoft.com/office/drawing/2014/main" val="3108594038"/>
                    </a:ext>
                  </a:extLst>
                </a:gridCol>
                <a:gridCol w="692368">
                  <a:extLst>
                    <a:ext uri="{9D8B030D-6E8A-4147-A177-3AD203B41FA5}">
                      <a16:colId xmlns="" xmlns:a16="http://schemas.microsoft.com/office/drawing/2014/main" val="1360558150"/>
                    </a:ext>
                  </a:extLst>
                </a:gridCol>
                <a:gridCol w="692368">
                  <a:extLst>
                    <a:ext uri="{9D8B030D-6E8A-4147-A177-3AD203B41FA5}">
                      <a16:colId xmlns="" xmlns:a16="http://schemas.microsoft.com/office/drawing/2014/main" val="3705191165"/>
                    </a:ext>
                  </a:extLst>
                </a:gridCol>
                <a:gridCol w="692368">
                  <a:extLst>
                    <a:ext uri="{9D8B030D-6E8A-4147-A177-3AD203B41FA5}">
                      <a16:colId xmlns="" xmlns:a16="http://schemas.microsoft.com/office/drawing/2014/main" val="3070029129"/>
                    </a:ext>
                  </a:extLst>
                </a:gridCol>
                <a:gridCol w="692368">
                  <a:extLst>
                    <a:ext uri="{9D8B030D-6E8A-4147-A177-3AD203B41FA5}">
                      <a16:colId xmlns="" xmlns:a16="http://schemas.microsoft.com/office/drawing/2014/main" val="2558977073"/>
                    </a:ext>
                  </a:extLst>
                </a:gridCol>
                <a:gridCol w="692368">
                  <a:extLst>
                    <a:ext uri="{9D8B030D-6E8A-4147-A177-3AD203B41FA5}">
                      <a16:colId xmlns="" xmlns:a16="http://schemas.microsoft.com/office/drawing/2014/main" val="3399515677"/>
                    </a:ext>
                  </a:extLst>
                </a:gridCol>
                <a:gridCol w="692368">
                  <a:extLst>
                    <a:ext uri="{9D8B030D-6E8A-4147-A177-3AD203B41FA5}">
                      <a16:colId xmlns="" xmlns:a16="http://schemas.microsoft.com/office/drawing/2014/main" val="4235549489"/>
                    </a:ext>
                  </a:extLst>
                </a:gridCol>
              </a:tblGrid>
              <a:tr h="269296">
                <a:tc>
                  <a:txBody>
                    <a:bodyPr/>
                    <a:lstStyle/>
                    <a:p>
                      <a:pPr algn="l" fontAlgn="b"/>
                      <a:r>
                        <a:rPr lang="en-US" sz="1100" u="none" strike="noStrike">
                          <a:effectLst/>
                        </a:rPr>
                        <a:t>H0:</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l" fontAlgn="b"/>
                      <a:r>
                        <a:rPr lang="en-US" sz="1100" u="none" strike="noStrike">
                          <a:effectLst/>
                        </a:rPr>
                        <a:t>There is no association between defectives and 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644615732"/>
                  </a:ext>
                </a:extLst>
              </a:tr>
              <a:tr h="269296">
                <a:tc>
                  <a:txBody>
                    <a:bodyPr/>
                    <a:lstStyle/>
                    <a:p>
                      <a:pPr algn="l" fontAlgn="b"/>
                      <a:r>
                        <a:rPr lang="en-US" sz="1100" u="none" strike="noStrike">
                          <a:effectLst/>
                        </a:rPr>
                        <a:t>H1:</a:t>
                      </a:r>
                      <a:endParaRPr lang="en-US" sz="1100" b="0" i="0" u="none" strike="noStrike">
                        <a:solidFill>
                          <a:srgbClr val="000000"/>
                        </a:solidFill>
                        <a:effectLst/>
                        <a:latin typeface="Calibri" panose="020F0502020204030204" pitchFamily="34" charset="0"/>
                      </a:endParaRPr>
                    </a:p>
                  </a:txBody>
                  <a:tcPr marL="9525" marR="9525" marT="9525" marB="0" anchor="b"/>
                </a:tc>
                <a:tc gridSpan="6">
                  <a:txBody>
                    <a:bodyPr/>
                    <a:lstStyle/>
                    <a:p>
                      <a:pPr algn="l" fontAlgn="b"/>
                      <a:r>
                        <a:rPr lang="en-US" sz="1100" u="none" strike="noStrike">
                          <a:effectLst/>
                        </a:rPr>
                        <a:t>There is  association between defectives and 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836433223"/>
                  </a:ext>
                </a:extLst>
              </a:tr>
              <a:tr h="26929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241257687"/>
                  </a:ext>
                </a:extLst>
              </a:tr>
              <a:tr h="724406">
                <a:tc>
                  <a:txBody>
                    <a:bodyPr/>
                    <a:lstStyle/>
                    <a:p>
                      <a:pPr algn="l" fontAlgn="b"/>
                      <a:r>
                        <a:rPr lang="en-US" sz="1100" u="none" strike="noStrike">
                          <a:effectLst/>
                        </a:rPr>
                        <a:t>Breakage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 defective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Chi-Sq</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12.16216</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 Expected</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non defective Expected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4132868391"/>
                  </a:ext>
                </a:extLst>
              </a:tr>
              <a:tr h="269296">
                <a:tc>
                  <a:txBody>
                    <a:bodyPr/>
                    <a:lstStyle/>
                    <a:p>
                      <a:pPr algn="l" fontAlgn="b"/>
                      <a:r>
                        <a:rPr lang="en-US" sz="1100" u="none" strike="noStrike">
                          <a:effectLst/>
                        </a:rPr>
                        <a:t>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p</a:t>
                      </a:r>
                      <a:endParaRPr lang="en-US" sz="1100" b="1" i="1"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0.000488</a:t>
                      </a:r>
                      <a:endParaRPr lang="en-US"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18.5</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797010243"/>
                  </a:ext>
                </a:extLst>
              </a:tr>
              <a:tr h="269296">
                <a:tc>
                  <a:txBody>
                    <a:bodyPr/>
                    <a:lstStyle/>
                    <a:p>
                      <a:pPr algn="l" fontAlgn="b"/>
                      <a:r>
                        <a:rPr lang="en-US" sz="1100" u="none" strike="noStrike">
                          <a:effectLst/>
                        </a:rPr>
                        <a:t>Not 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a</a:t>
                      </a:r>
                      <a:endParaRPr lang="en-US" sz="1100" b="0" i="0" u="none" strike="noStrike">
                        <a:solidFill>
                          <a:srgbClr val="000000"/>
                        </a:solidFill>
                        <a:effectLst/>
                        <a:latin typeface="Symbol" panose="05050102010706020507" pitchFamily="18" charset="2"/>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101900466"/>
                  </a:ext>
                </a:extLst>
              </a:tr>
              <a:tr h="269296">
                <a:tc>
                  <a:txBody>
                    <a:bodyPr/>
                    <a:lstStyle/>
                    <a:p>
                      <a:pPr algn="l" fontAlgn="b"/>
                      <a:r>
                        <a:rPr lang="en-US" sz="1100" u="none" strike="noStrike">
                          <a:effectLst/>
                        </a:rPr>
                        <a:t>Total</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74</a:t>
                      </a:r>
                      <a:endParaRPr lang="en-US" sz="1100" b="0" i="0" u="none" strike="noStrike">
                        <a:solidFill>
                          <a:srgbClr val="000000"/>
                        </a:solidFill>
                        <a:effectLst/>
                        <a:latin typeface="Calibri" panose="020F0502020204030204" pitchFamily="34" charset="0"/>
                      </a:endParaRPr>
                    </a:p>
                  </a:txBody>
                  <a:tcPr marL="9525" marR="9525" marT="9525" marB="0" anchor="b"/>
                </a:tc>
                <a:tc gridSpan="3">
                  <a:txBody>
                    <a:bodyPr/>
                    <a:lstStyle/>
                    <a:p>
                      <a:pPr algn="l" fontAlgn="b"/>
                      <a:r>
                        <a:rPr lang="en-US" sz="1100" u="none" strike="noStrike">
                          <a:effectLst/>
                        </a:rPr>
                        <a:t>Variables are Related</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282764561"/>
                  </a:ext>
                </a:extLst>
              </a:tr>
              <a:tr h="26929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415287572"/>
                  </a:ext>
                </a:extLst>
              </a:tr>
              <a:tr h="487425">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Total defects</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non defective</a:t>
                      </a:r>
                      <a:endParaRPr lang="en-US" sz="11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100" u="none" strike="noStrike">
                          <a:effectLst/>
                        </a:rPr>
                        <a:t>Contribution</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658867521"/>
                  </a:ext>
                </a:extLst>
              </a:tr>
              <a:tr h="269296">
                <a:tc>
                  <a:txBody>
                    <a:bodyPr/>
                    <a:lstStyle/>
                    <a:p>
                      <a:pPr algn="l" fontAlgn="b"/>
                      <a:r>
                        <a:rPr lang="en-US" sz="1100" u="none" strike="noStrike">
                          <a:effectLst/>
                        </a:rPr>
                        <a:t>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3.040540541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3.040541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702774982"/>
                  </a:ext>
                </a:extLst>
              </a:tr>
              <a:tr h="269296">
                <a:tc>
                  <a:txBody>
                    <a:bodyPr/>
                    <a:lstStyle/>
                    <a:p>
                      <a:pPr algn="l" fontAlgn="b"/>
                      <a:r>
                        <a:rPr lang="en-US" sz="1100" u="none" strike="noStrike">
                          <a:effectLst/>
                        </a:rPr>
                        <a:t>Not 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3.040540541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3.040541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254283047"/>
                  </a:ext>
                </a:extLst>
              </a:tr>
              <a:tr h="26929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575911261"/>
                  </a:ext>
                </a:extLst>
              </a:tr>
              <a:tr h="269296">
                <a:tc>
                  <a:txBody>
                    <a:bodyPr/>
                    <a:lstStyle/>
                    <a:p>
                      <a:pPr algn="l" fontAlgn="b"/>
                      <a:r>
                        <a:rPr lang="en-US" sz="1100" u="none" strike="noStrike">
                          <a:effectLst/>
                        </a:rPr>
                        <a:t>CONCLUSION:</a:t>
                      </a:r>
                      <a:endParaRPr lang="en-US" sz="1100" b="0" i="0" u="none" strike="noStrike">
                        <a:solidFill>
                          <a:srgbClr val="000000"/>
                        </a:solidFill>
                        <a:effectLst/>
                        <a:latin typeface="Calibri" panose="020F0502020204030204" pitchFamily="34" charset="0"/>
                      </a:endParaRPr>
                    </a:p>
                  </a:txBody>
                  <a:tcPr marL="9525" marR="9525" marT="9525" marB="0" anchor="b"/>
                </a:tc>
                <a:tc gridSpan="5">
                  <a:txBody>
                    <a:bodyPr/>
                    <a:lstStyle/>
                    <a:p>
                      <a:pPr algn="l" fontAlgn="b"/>
                      <a:r>
                        <a:rPr lang="en-US" sz="1100" u="none" strike="noStrike">
                          <a:effectLst/>
                        </a:rPr>
                        <a:t>Here as p value &lt; 0.05 hence,we reject our null hypothesis</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644899119"/>
                  </a:ext>
                </a:extLst>
              </a:tr>
              <a:tr h="26929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gridSpan="8">
                  <a:txBody>
                    <a:bodyPr/>
                    <a:lstStyle/>
                    <a:p>
                      <a:pPr algn="l" fontAlgn="b"/>
                      <a:r>
                        <a:rPr lang="en-US" sz="1100" u="none" strike="noStrike">
                          <a:effectLst/>
                        </a:rPr>
                        <a:t>therefore we can say that there is association between defectives and under survalliance</a:t>
                      </a:r>
                      <a:endParaRPr lang="en-US" sz="11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176431450"/>
                  </a:ext>
                </a:extLst>
              </a:tr>
              <a:tr h="269296">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456476623"/>
                  </a:ext>
                </a:extLst>
              </a:tr>
            </a:tbl>
          </a:graphicData>
        </a:graphic>
      </p:graphicFrame>
    </p:spTree>
    <p:extLst>
      <p:ext uri="{BB962C8B-B14F-4D97-AF65-F5344CB8AC3E}">
        <p14:creationId xmlns="" xmlns:p14="http://schemas.microsoft.com/office/powerpoint/2010/main" val="6983491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970" y="595745"/>
            <a:ext cx="8596668" cy="637309"/>
          </a:xfrm>
        </p:spPr>
        <p:txBody>
          <a:bodyPr>
            <a:normAutofit fontScale="90000"/>
          </a:bodyPr>
          <a:lstStyle/>
          <a:p>
            <a:r>
              <a:rPr lang="en-US" u="sng" dirty="0"/>
              <a:t>Pareto Chart</a:t>
            </a:r>
          </a:p>
        </p:txBody>
      </p:sp>
      <p:graphicFrame>
        <p:nvGraphicFramePr>
          <p:cNvPr id="3" name="Table 2"/>
          <p:cNvGraphicFramePr>
            <a:graphicFrameLocks noGrp="1"/>
          </p:cNvGraphicFramePr>
          <p:nvPr>
            <p:extLst>
              <p:ext uri="{D42A27DB-BD31-4B8C-83A1-F6EECF244321}">
                <p14:modId xmlns="" xmlns:p14="http://schemas.microsoft.com/office/powerpoint/2010/main" val="3468016448"/>
              </p:ext>
            </p:extLst>
          </p:nvPr>
        </p:nvGraphicFramePr>
        <p:xfrm>
          <a:off x="1092969" y="1233055"/>
          <a:ext cx="5418667" cy="1622682"/>
        </p:xfrm>
        <a:graphic>
          <a:graphicData uri="http://schemas.openxmlformats.org/drawingml/2006/table">
            <a:tbl>
              <a:tblPr>
                <a:tableStyleId>{5C22544A-7EE6-4342-B048-85BDC9FD1C3A}</a:tableStyleId>
              </a:tblPr>
              <a:tblGrid>
                <a:gridCol w="2391515">
                  <a:extLst>
                    <a:ext uri="{9D8B030D-6E8A-4147-A177-3AD203B41FA5}">
                      <a16:colId xmlns="" xmlns:a16="http://schemas.microsoft.com/office/drawing/2014/main" val="65896508"/>
                    </a:ext>
                  </a:extLst>
                </a:gridCol>
                <a:gridCol w="3027152">
                  <a:extLst>
                    <a:ext uri="{9D8B030D-6E8A-4147-A177-3AD203B41FA5}">
                      <a16:colId xmlns="" xmlns:a16="http://schemas.microsoft.com/office/drawing/2014/main" val="1784721319"/>
                    </a:ext>
                  </a:extLst>
                </a:gridCol>
              </a:tblGrid>
              <a:tr h="270267">
                <a:tc>
                  <a:txBody>
                    <a:bodyPr/>
                    <a:lstStyle/>
                    <a:p>
                      <a:pPr marL="0" marR="0" algn="ctr">
                        <a:lnSpc>
                          <a:spcPct val="107000"/>
                        </a:lnSpc>
                        <a:spcBef>
                          <a:spcPts val="0"/>
                        </a:spcBef>
                        <a:spcAft>
                          <a:spcPts val="800"/>
                        </a:spcAft>
                      </a:pPr>
                      <a:r>
                        <a:rPr lang="en-US" sz="1600" dirty="0">
                          <a:effectLst/>
                        </a:rPr>
                        <a:t>Process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07000"/>
                        </a:lnSpc>
                        <a:spcBef>
                          <a:spcPts val="0"/>
                        </a:spcBef>
                        <a:spcAft>
                          <a:spcPts val="800"/>
                        </a:spcAft>
                      </a:pPr>
                      <a:r>
                        <a:rPr lang="en-US" sz="1600" dirty="0">
                          <a:effectLst/>
                        </a:rPr>
                        <a:t>Total defects(out of 10000)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 xmlns:a16="http://schemas.microsoft.com/office/drawing/2014/main" val="2942222516"/>
                  </a:ext>
                </a:extLst>
              </a:tr>
              <a:tr h="270267">
                <a:tc>
                  <a:txBody>
                    <a:bodyPr/>
                    <a:lstStyle/>
                    <a:p>
                      <a:pPr marL="0" marR="0" algn="ctr">
                        <a:lnSpc>
                          <a:spcPct val="107000"/>
                        </a:lnSpc>
                        <a:spcBef>
                          <a:spcPts val="0"/>
                        </a:spcBef>
                        <a:spcAft>
                          <a:spcPts val="800"/>
                        </a:spcAft>
                      </a:pPr>
                      <a:r>
                        <a:rPr lang="en-US" sz="1600">
                          <a:effectLst/>
                        </a:rPr>
                        <a:t>Washing (Machine 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600">
                          <a:effectLst/>
                        </a:rPr>
                        <a:t>19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75547752"/>
                  </a:ext>
                </a:extLst>
              </a:tr>
              <a:tr h="270267">
                <a:tc>
                  <a:txBody>
                    <a:bodyPr/>
                    <a:lstStyle/>
                    <a:p>
                      <a:pPr marL="0" marR="0" algn="ctr">
                        <a:lnSpc>
                          <a:spcPct val="107000"/>
                        </a:lnSpc>
                        <a:spcBef>
                          <a:spcPts val="0"/>
                        </a:spcBef>
                        <a:spcAft>
                          <a:spcPts val="800"/>
                        </a:spcAft>
                      </a:pPr>
                      <a:r>
                        <a:rPr lang="en-US" sz="1600">
                          <a:effectLst/>
                        </a:rPr>
                        <a:t>Washing (Machine 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600" dirty="0">
                          <a:effectLst/>
                        </a:rPr>
                        <a:t>138</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86113257"/>
                  </a:ext>
                </a:extLst>
              </a:tr>
              <a:tr h="219260">
                <a:tc>
                  <a:txBody>
                    <a:bodyPr/>
                    <a:lstStyle/>
                    <a:p>
                      <a:pPr marL="0" marR="0" algn="ctr">
                        <a:lnSpc>
                          <a:spcPct val="107000"/>
                        </a:lnSpc>
                        <a:spcBef>
                          <a:spcPts val="0"/>
                        </a:spcBef>
                        <a:spcAft>
                          <a:spcPts val="800"/>
                        </a:spcAft>
                      </a:pPr>
                      <a:r>
                        <a:rPr lang="en-US" sz="1600">
                          <a:effectLst/>
                        </a:rPr>
                        <a:t>Cleaning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600">
                          <a:effectLst/>
                        </a:rPr>
                        <a:t>244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31132283"/>
                  </a:ext>
                </a:extLst>
              </a:tr>
              <a:tr h="219260">
                <a:tc>
                  <a:txBody>
                    <a:bodyPr/>
                    <a:lstStyle/>
                    <a:p>
                      <a:pPr marL="0" marR="0" algn="ctr">
                        <a:lnSpc>
                          <a:spcPct val="107000"/>
                        </a:lnSpc>
                        <a:spcBef>
                          <a:spcPts val="0"/>
                        </a:spcBef>
                        <a:spcAft>
                          <a:spcPts val="800"/>
                        </a:spcAft>
                      </a:pPr>
                      <a:r>
                        <a:rPr lang="en-US" sz="1600">
                          <a:effectLst/>
                        </a:rPr>
                        <a:t>Visual Testing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600">
                          <a:effectLst/>
                        </a:rPr>
                        <a:t>1900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30759506"/>
                  </a:ext>
                </a:extLst>
              </a:tr>
              <a:tr h="219260">
                <a:tc>
                  <a:txBody>
                    <a:bodyPr/>
                    <a:lstStyle/>
                    <a:p>
                      <a:pPr marL="0" marR="0" algn="ctr">
                        <a:lnSpc>
                          <a:spcPct val="107000"/>
                        </a:lnSpc>
                        <a:spcBef>
                          <a:spcPts val="0"/>
                        </a:spcBef>
                        <a:spcAft>
                          <a:spcPts val="800"/>
                        </a:spcAft>
                      </a:pPr>
                      <a:r>
                        <a:rPr lang="en-US" sz="1600">
                          <a:effectLst/>
                        </a:rPr>
                        <a:t>Packaging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600" dirty="0">
                          <a:effectLst/>
                        </a:rPr>
                        <a:t>53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19488196"/>
                  </a:ext>
                </a:extLst>
              </a:tr>
            </a:tbl>
          </a:graphicData>
        </a:graphic>
      </p:graphicFrame>
      <p:pic>
        <p:nvPicPr>
          <p:cNvPr id="4" name="Picture 3"/>
          <p:cNvPicPr/>
          <p:nvPr/>
        </p:nvPicPr>
        <p:blipFill>
          <a:blip r:embed="rId2" cstate="print">
            <a:extLst>
              <a:ext uri="{28A0092B-C50C-407E-A947-70E740481C1C}">
                <a14:useLocalDpi xmlns="" xmlns:a14="http://schemas.microsoft.com/office/drawing/2010/main" val="0"/>
              </a:ext>
            </a:extLst>
          </a:blip>
          <a:stretch>
            <a:fillRect/>
          </a:stretch>
        </p:blipFill>
        <p:spPr>
          <a:xfrm>
            <a:off x="1092969" y="3024554"/>
            <a:ext cx="5418667" cy="3516923"/>
          </a:xfrm>
          <a:prstGeom prst="rect">
            <a:avLst/>
          </a:prstGeom>
        </p:spPr>
      </p:pic>
      <p:sp>
        <p:nvSpPr>
          <p:cNvPr id="5" name="Rectangle 4"/>
          <p:cNvSpPr/>
          <p:nvPr/>
        </p:nvSpPr>
        <p:spPr>
          <a:xfrm>
            <a:off x="6927273" y="1111694"/>
            <a:ext cx="2618509" cy="3751283"/>
          </a:xfrm>
          <a:prstGeom prst="rect">
            <a:avLst/>
          </a:prstGeom>
        </p:spPr>
        <p:txBody>
          <a:bodyPr wrap="square">
            <a:spAutoFit/>
          </a:bodyPr>
          <a:lstStyle/>
          <a:p>
            <a:pPr>
              <a:lnSpc>
                <a:spcPct val="107000"/>
              </a:lnSpc>
              <a:spcAft>
                <a:spcPts val="8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b="1"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From this chart we can see that the Bar chart is the frequency of defects in descending order. Whereas the line chart is the % cumulative frequency of the defects in ascending order. We can observe that the </a:t>
            </a:r>
            <a:r>
              <a:rPr lang="en-US" b="1" dirty="0">
                <a:latin typeface="Times New Roman" panose="02020603050405020304" pitchFamily="18" charset="0"/>
                <a:ea typeface="Calibri" panose="020F0502020204030204" pitchFamily="34" charset="0"/>
                <a:cs typeface="Times New Roman" panose="02020603050405020304" pitchFamily="18" charset="0"/>
              </a:rPr>
              <a:t>maximum </a:t>
            </a:r>
            <a:r>
              <a:rPr lang="en-US" dirty="0">
                <a:latin typeface="Times New Roman" panose="02020603050405020304" pitchFamily="18" charset="0"/>
                <a:ea typeface="Calibri" panose="020F0502020204030204" pitchFamily="34" charset="0"/>
                <a:cs typeface="Times New Roman" panose="02020603050405020304" pitchFamily="18" charset="0"/>
              </a:rPr>
              <a:t>defect comes from </a:t>
            </a:r>
            <a:r>
              <a:rPr lang="en-US" b="1" dirty="0">
                <a:latin typeface="Times New Roman" panose="02020603050405020304" pitchFamily="18" charset="0"/>
                <a:ea typeface="Calibri" panose="020F0502020204030204" pitchFamily="34" charset="0"/>
                <a:cs typeface="Times New Roman" panose="02020603050405020304" pitchFamily="18" charset="0"/>
              </a:rPr>
              <a:t>Visual Inspection.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14155502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5018"/>
          </a:xfrm>
        </p:spPr>
        <p:txBody>
          <a:bodyPr/>
          <a:lstStyle/>
          <a:p>
            <a:r>
              <a:rPr lang="en-US" u="sng" dirty="0"/>
              <a:t>5S Methodology</a:t>
            </a:r>
          </a:p>
        </p:txBody>
      </p:sp>
      <p:sp>
        <p:nvSpPr>
          <p:cNvPr id="3" name="Rectangle 2"/>
          <p:cNvSpPr/>
          <p:nvPr/>
        </p:nvSpPr>
        <p:spPr>
          <a:xfrm>
            <a:off x="845128" y="1274618"/>
            <a:ext cx="9113260" cy="4921732"/>
          </a:xfrm>
          <a:prstGeom prst="rect">
            <a:avLst/>
          </a:prstGeom>
        </p:spPr>
        <p:txBody>
          <a:bodyPr wrap="square">
            <a:spAutoFit/>
          </a:bodyPr>
          <a:lstStyle/>
          <a:p>
            <a:pPr marL="285750" marR="0" lvl="0" indent="-285750">
              <a:lnSpc>
                <a:spcPct val="107000"/>
              </a:lnSpc>
              <a:spcBef>
                <a:spcPts val="0"/>
              </a:spcBef>
              <a:spcAft>
                <a:spcPts val="0"/>
              </a:spcAft>
              <a:buFont typeface="Wingdings" panose="05000000000000000000" pitchFamily="2" charset="2"/>
              <a:buChar char="Ø"/>
            </a:pPr>
            <a:r>
              <a:rPr lang="en-US" sz="1400" b="1" u="sng" dirty="0">
                <a:latin typeface="Times New Roman" panose="02020603050405020304" pitchFamily="18" charset="0"/>
                <a:ea typeface="Calibri" panose="020F0502020204030204" pitchFamily="34" charset="0"/>
                <a:cs typeface="Times New Roman" panose="02020603050405020304" pitchFamily="18" charset="0"/>
              </a:rPr>
              <a:t>SEIRI (Structurize)</a:t>
            </a:r>
            <a:endParaRPr lang="en-US" sz="14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washing room is not well structured. The time taken to set ampoules in Machine 2 is 7 mins (on an average) more </a:t>
            </a:r>
            <a:endParaRPr lang="en-US" sz="1400" dirty="0" smtClean="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pPr>
            <a:r>
              <a:rPr lang="en-US" sz="1400" dirty="0" smtClean="0">
                <a:latin typeface="Times New Roman" panose="02020603050405020304" pitchFamily="18" charset="0"/>
                <a:ea typeface="Calibri" panose="020F0502020204030204" pitchFamily="34" charset="0"/>
                <a:cs typeface="Times New Roman" panose="02020603050405020304" pitchFamily="18" charset="0"/>
              </a:rPr>
              <a:t>         than </a:t>
            </a:r>
            <a:r>
              <a:rPr lang="en-US" sz="1400" dirty="0">
                <a:latin typeface="Times New Roman" panose="02020603050405020304" pitchFamily="18" charset="0"/>
                <a:ea typeface="Calibri" panose="020F0502020204030204" pitchFamily="34" charset="0"/>
                <a:cs typeface="Times New Roman" panose="02020603050405020304" pitchFamily="18" charset="0"/>
              </a:rPr>
              <a:t>that of Machine 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belt used in the process of packaging is old and worn out (been in use for more than 29 years).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0"/>
              </a:spcAft>
              <a:buFont typeface="Wingdings" panose="05000000000000000000" pitchFamily="2" charset="2"/>
              <a:buChar char="Ø"/>
            </a:pPr>
            <a:r>
              <a:rPr lang="en-US" sz="1400" b="1" u="sng" dirty="0">
                <a:latin typeface="Times New Roman" panose="02020603050405020304" pitchFamily="18" charset="0"/>
                <a:ea typeface="Calibri" panose="020F0502020204030204" pitchFamily="34" charset="0"/>
                <a:cs typeface="Times New Roman" panose="02020603050405020304" pitchFamily="18" charset="0"/>
              </a:rPr>
              <a:t>SEITON (Systemize)</a:t>
            </a:r>
            <a:endParaRPr lang="en-US" sz="14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ampoules in Machine 1 are not set systematically (upside down) leading to loss of 2 mins (on an average) on every set of 500 Ampoules.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process of cleaning and drying is done manually this leads to breakage of Ampoules. A systematic procedure might reduce the number of breakage.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0"/>
              </a:spcAft>
              <a:buFont typeface="Wingdings" panose="05000000000000000000" pitchFamily="2" charset="2"/>
              <a:buChar char="Ø"/>
            </a:pPr>
            <a:r>
              <a:rPr lang="en-US" sz="1400" b="1" u="sng" dirty="0">
                <a:latin typeface="Times New Roman" panose="02020603050405020304" pitchFamily="18" charset="0"/>
                <a:ea typeface="Calibri" panose="020F0502020204030204" pitchFamily="34" charset="0"/>
                <a:cs typeface="Times New Roman" panose="02020603050405020304" pitchFamily="18" charset="0"/>
              </a:rPr>
              <a:t>SEISO (Sanitize)</a:t>
            </a:r>
            <a:endParaRPr lang="en-US" sz="14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water in cleaning process should be changed after 24 batches i.e. 2 hours.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room for washing should be swept every 2 hours to avoid wet floors.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0"/>
              </a:spcAft>
              <a:buFont typeface="Wingdings" panose="05000000000000000000" pitchFamily="2" charset="2"/>
              <a:buChar char="Ø"/>
            </a:pPr>
            <a:r>
              <a:rPr lang="en-US" sz="1400" b="1" u="sng" dirty="0">
                <a:latin typeface="Times New Roman" panose="02020603050405020304" pitchFamily="18" charset="0"/>
                <a:ea typeface="Calibri" panose="020F0502020204030204" pitchFamily="34" charset="0"/>
                <a:cs typeface="Times New Roman" panose="02020603050405020304" pitchFamily="18" charset="0"/>
              </a:rPr>
              <a:t>SEITKESU (Standardize</a:t>
            </a:r>
            <a:r>
              <a:rPr lang="en-US" sz="1400" b="1" dirty="0">
                <a:latin typeface="Times New Roman" panose="02020603050405020304" pitchFamily="18" charset="0"/>
                <a:ea typeface="Calibri" panose="020F0502020204030204" pitchFamily="34" charset="0"/>
                <a:cs typeface="Times New Roman" panose="02020603050405020304" pitchFamily="18" charset="0"/>
              </a:rPr>
              <a:t>)</a:t>
            </a:r>
            <a:endParaRPr lang="en-US" sz="14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Standardize procedure should be used for cleaning procedure.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nSpc>
                <a:spcPct val="107000"/>
              </a:lnSpc>
              <a:spcBef>
                <a:spcPts val="0"/>
              </a:spcBef>
              <a:spcAft>
                <a:spcPts val="0"/>
              </a:spcAft>
              <a:buFont typeface="Wingdings" panose="05000000000000000000" pitchFamily="2" charset="2"/>
              <a:buChar char="Ø"/>
            </a:pPr>
            <a:r>
              <a:rPr lang="en-US" sz="1400" b="1" u="sng" dirty="0">
                <a:latin typeface="Times New Roman" panose="02020603050405020304" pitchFamily="18" charset="0"/>
                <a:ea typeface="Calibri" panose="020F0502020204030204" pitchFamily="34" charset="0"/>
                <a:cs typeface="Times New Roman" panose="02020603050405020304" pitchFamily="18" charset="0"/>
              </a:rPr>
              <a:t>SHITSUKE (Self-discipline)</a:t>
            </a:r>
            <a:endParaRPr lang="en-US" sz="14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The recess hours are 12 to 12:30 and 2:30 to 2:40, we observed that the workers their work 5 – 10 minutes late. Hence self-discipline should be enforced.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27498021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6315" y="748145"/>
            <a:ext cx="8596668" cy="651164"/>
          </a:xfrm>
        </p:spPr>
        <p:txBody>
          <a:bodyPr/>
          <a:lstStyle/>
          <a:p>
            <a:r>
              <a:rPr lang="en-US" u="sng" dirty="0"/>
              <a:t>Improvement Phase Roadmap</a:t>
            </a:r>
          </a:p>
        </p:txBody>
      </p:sp>
      <p:graphicFrame>
        <p:nvGraphicFramePr>
          <p:cNvPr id="7" name="Diagram 6"/>
          <p:cNvGraphicFramePr/>
          <p:nvPr>
            <p:extLst>
              <p:ext uri="{D42A27DB-BD31-4B8C-83A1-F6EECF244321}">
                <p14:modId xmlns="" xmlns:p14="http://schemas.microsoft.com/office/powerpoint/2010/main" val="829879547"/>
              </p:ext>
            </p:extLst>
          </p:nvPr>
        </p:nvGraphicFramePr>
        <p:xfrm>
          <a:off x="1536315" y="748145"/>
          <a:ext cx="7579976" cy="430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7665836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382" y="623455"/>
            <a:ext cx="8596668" cy="526473"/>
          </a:xfrm>
        </p:spPr>
        <p:txBody>
          <a:bodyPr>
            <a:normAutofit fontScale="90000"/>
          </a:bodyPr>
          <a:lstStyle/>
          <a:p>
            <a:r>
              <a:rPr lang="en-US" dirty="0"/>
              <a:t>Final Sigma Level</a:t>
            </a:r>
            <a:br>
              <a:rPr lang="en-US" dirty="0"/>
            </a:br>
            <a:endParaRPr lang="en-US" dirty="0"/>
          </a:p>
        </p:txBody>
      </p:sp>
      <p:sp>
        <p:nvSpPr>
          <p:cNvPr id="3" name="Rectangle 2"/>
          <p:cNvSpPr/>
          <p:nvPr/>
        </p:nvSpPr>
        <p:spPr>
          <a:xfrm>
            <a:off x="1011382" y="1278666"/>
            <a:ext cx="8596668" cy="1380378"/>
          </a:xfrm>
          <a:prstGeom prst="rect">
            <a:avLst/>
          </a:prstGeom>
        </p:spPr>
        <p:txBody>
          <a:bodyPr wrap="square">
            <a:spAutoFit/>
          </a:bodyPr>
          <a:lstStyle/>
          <a:p>
            <a:pPr marL="342900" marR="0" lvl="0" indent="-342900">
              <a:lnSpc>
                <a:spcPct val="107000"/>
              </a:lnSpc>
              <a:spcBef>
                <a:spcPts val="0"/>
              </a:spcBef>
              <a:spcAft>
                <a:spcPts val="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Washing process, Ampoules were placed slowly and the no. of defects were noted.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Packaging process, the labeling process was done under surveillance and the defects were noted.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In </a:t>
            </a:r>
            <a:r>
              <a:rPr lang="en-US"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Visual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Inspection, the improvements were not possible from our end.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cstate="print"/>
          <a:stretch>
            <a:fillRect/>
          </a:stretch>
        </p:blipFill>
        <p:spPr>
          <a:xfrm>
            <a:off x="1234728" y="2787782"/>
            <a:ext cx="7105708" cy="2219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cstate="print"/>
          <a:stretch>
            <a:fillRect/>
          </a:stretch>
        </p:blipFill>
        <p:spPr>
          <a:xfrm>
            <a:off x="1272786" y="4965053"/>
            <a:ext cx="7029591" cy="2210594"/>
          </a:xfrm>
          <a:prstGeom prst="rect">
            <a:avLst/>
          </a:prstGeom>
        </p:spPr>
      </p:pic>
      <p:sp>
        <p:nvSpPr>
          <p:cNvPr id="6" name="Rectangle 5"/>
          <p:cNvSpPr/>
          <p:nvPr/>
        </p:nvSpPr>
        <p:spPr>
          <a:xfrm>
            <a:off x="4641272" y="4827515"/>
            <a:ext cx="5611091" cy="1574149"/>
          </a:xfrm>
          <a:prstGeom prst="rect">
            <a:avLst/>
          </a:prstGeom>
        </p:spPr>
        <p:txBody>
          <a:bodyPr wrap="square">
            <a:spAutoFit/>
          </a:bodyPr>
          <a:lstStyle/>
          <a:p>
            <a:pPr marL="342900" marR="0" lvl="0" indent="-342900">
              <a:lnSpc>
                <a:spcPct val="107000"/>
              </a:lnSpc>
              <a:spcBef>
                <a:spcPts val="0"/>
              </a:spcBef>
              <a:spcAft>
                <a:spcPts val="0"/>
              </a:spcAft>
              <a:buFont typeface="Wingdings" panose="05000000000000000000" pitchFamily="2" charset="2"/>
              <a:buChar char=""/>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Thus it can be seen that the sigma levels have increased in both the processes.</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Washing – Machine 1 = Increment of 0.17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Washing – Machine 2 = Increment of 0.24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Packaging = Increment of 0.21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0893123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6705" y="1422816"/>
            <a:ext cx="2771334" cy="369332"/>
          </a:xfrm>
          <a:prstGeom prst="rect">
            <a:avLst/>
          </a:prstGeom>
          <a:noFill/>
        </p:spPr>
        <p:txBody>
          <a:bodyPr wrap="square" rtlCol="0">
            <a:spAutoFit/>
          </a:bodyPr>
          <a:lstStyle/>
          <a:p>
            <a:r>
              <a:rPr lang="en-US" dirty="0">
                <a:solidFill>
                  <a:srgbClr val="FF0000"/>
                </a:solidFill>
              </a:rPr>
              <a:t>Cleaning process</a:t>
            </a:r>
          </a:p>
        </p:txBody>
      </p:sp>
      <p:graphicFrame>
        <p:nvGraphicFramePr>
          <p:cNvPr id="2" name="Table 1"/>
          <p:cNvGraphicFramePr>
            <a:graphicFrameLocks noGrp="1"/>
          </p:cNvGraphicFramePr>
          <p:nvPr>
            <p:extLst>
              <p:ext uri="{D42A27DB-BD31-4B8C-83A1-F6EECF244321}">
                <p14:modId xmlns="" xmlns:p14="http://schemas.microsoft.com/office/powerpoint/2010/main" val="3800743784"/>
              </p:ext>
            </p:extLst>
          </p:nvPr>
        </p:nvGraphicFramePr>
        <p:xfrm>
          <a:off x="1785475" y="2121275"/>
          <a:ext cx="4129550" cy="2507874"/>
        </p:xfrm>
        <a:graphic>
          <a:graphicData uri="http://schemas.openxmlformats.org/drawingml/2006/table">
            <a:tbl>
              <a:tblPr>
                <a:tableStyleId>{69C7853C-536D-4A76-A0AE-DD22124D55A5}</a:tableStyleId>
              </a:tblPr>
              <a:tblGrid>
                <a:gridCol w="3333492">
                  <a:extLst>
                    <a:ext uri="{9D8B030D-6E8A-4147-A177-3AD203B41FA5}">
                      <a16:colId xmlns="" xmlns:a16="http://schemas.microsoft.com/office/drawing/2014/main" val="3423522749"/>
                    </a:ext>
                  </a:extLst>
                </a:gridCol>
                <a:gridCol w="796058">
                  <a:extLst>
                    <a:ext uri="{9D8B030D-6E8A-4147-A177-3AD203B41FA5}">
                      <a16:colId xmlns="" xmlns:a16="http://schemas.microsoft.com/office/drawing/2014/main" val="1918170904"/>
                    </a:ext>
                  </a:extLst>
                </a:gridCol>
              </a:tblGrid>
              <a:tr h="417979">
                <a:tc>
                  <a:txBody>
                    <a:bodyPr/>
                    <a:lstStyle/>
                    <a:p>
                      <a:pPr algn="ctr" fontAlgn="b"/>
                      <a:r>
                        <a:rPr lang="en-US" sz="1800" u="none" strike="noStrike" dirty="0">
                          <a:effectLst/>
                        </a:rPr>
                        <a:t>Total no. of Units checked </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5000</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60574003"/>
                  </a:ext>
                </a:extLst>
              </a:tr>
              <a:tr h="417979">
                <a:tc>
                  <a:txBody>
                    <a:bodyPr/>
                    <a:lstStyle/>
                    <a:p>
                      <a:pPr algn="ctr" fontAlgn="b"/>
                      <a:r>
                        <a:rPr lang="en-US" sz="1800" u="none" strike="noStrike">
                          <a:effectLst/>
                        </a:rPr>
                        <a:t>No. of defects</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64</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821184696"/>
                  </a:ext>
                </a:extLst>
              </a:tr>
              <a:tr h="417979">
                <a:tc>
                  <a:txBody>
                    <a:bodyPr/>
                    <a:lstStyle/>
                    <a:p>
                      <a:pPr algn="ctr" fontAlgn="b"/>
                      <a:r>
                        <a:rPr lang="en-US" sz="1800" u="none" strike="noStrike" dirty="0">
                          <a:effectLst/>
                        </a:rPr>
                        <a:t>DPU</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0.0128</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037026376"/>
                  </a:ext>
                </a:extLst>
              </a:tr>
              <a:tr h="417979">
                <a:tc>
                  <a:txBody>
                    <a:bodyPr/>
                    <a:lstStyle/>
                    <a:p>
                      <a:pPr algn="ctr" fontAlgn="b"/>
                      <a:r>
                        <a:rPr lang="en-US" sz="1800" u="none" strike="noStrike">
                          <a:effectLst/>
                        </a:rPr>
                        <a:t>DPMO</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6400</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475744488"/>
                  </a:ext>
                </a:extLst>
              </a:tr>
              <a:tr h="417979">
                <a:tc>
                  <a:txBody>
                    <a:bodyPr/>
                    <a:lstStyle/>
                    <a:p>
                      <a:pPr algn="ctr" fontAlgn="b"/>
                      <a:r>
                        <a:rPr lang="en-US" sz="1800" u="none" strike="noStrike">
                          <a:effectLst/>
                        </a:rPr>
                        <a:t>Sigma level (long term)</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a:effectLst/>
                        </a:rPr>
                        <a:t>2.49</a:t>
                      </a:r>
                      <a:endParaRPr lang="en-US"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877300636"/>
                  </a:ext>
                </a:extLst>
              </a:tr>
              <a:tr h="417979">
                <a:tc>
                  <a:txBody>
                    <a:bodyPr/>
                    <a:lstStyle/>
                    <a:p>
                      <a:pPr algn="ctr" fontAlgn="b"/>
                      <a:r>
                        <a:rPr lang="en-US" sz="1800" u="none" strike="noStrike">
                          <a:effectLst/>
                        </a:rPr>
                        <a:t>Sigma level (short term)</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800" u="none" strike="noStrike" dirty="0">
                          <a:effectLst/>
                        </a:rPr>
                        <a:t>3.99</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753149381"/>
                  </a:ext>
                </a:extLst>
              </a:tr>
            </a:tbl>
          </a:graphicData>
        </a:graphic>
      </p:graphicFrame>
    </p:spTree>
    <p:extLst>
      <p:ext uri="{BB962C8B-B14F-4D97-AF65-F5344CB8AC3E}">
        <p14:creationId xmlns="" xmlns:p14="http://schemas.microsoft.com/office/powerpoint/2010/main" val="37031951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 xmlns:p14="http://schemas.microsoft.com/office/powerpoint/2010/main" val="3800569234"/>
              </p:ext>
            </p:extLst>
          </p:nvPr>
        </p:nvGraphicFramePr>
        <p:xfrm>
          <a:off x="1187939" y="1458879"/>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489745457"/>
                    </a:ext>
                  </a:extLst>
                </a:gridCol>
                <a:gridCol w="2709333">
                  <a:extLst>
                    <a:ext uri="{9D8B030D-6E8A-4147-A177-3AD203B41FA5}">
                      <a16:colId xmlns="" xmlns:a16="http://schemas.microsoft.com/office/drawing/2014/main" val="2487568688"/>
                    </a:ext>
                  </a:extLst>
                </a:gridCol>
                <a:gridCol w="2709333">
                  <a:extLst>
                    <a:ext uri="{9D8B030D-6E8A-4147-A177-3AD203B41FA5}">
                      <a16:colId xmlns="" xmlns:a16="http://schemas.microsoft.com/office/drawing/2014/main" val="625006428"/>
                    </a:ext>
                  </a:extLst>
                </a:gridCol>
              </a:tblGrid>
              <a:tr h="370840">
                <a:tc>
                  <a:txBody>
                    <a:bodyPr/>
                    <a:lstStyle/>
                    <a:p>
                      <a:r>
                        <a:rPr lang="en-US" dirty="0"/>
                        <a:t>Process</a:t>
                      </a:r>
                    </a:p>
                  </a:txBody>
                  <a:tcPr/>
                </a:tc>
                <a:tc>
                  <a:txBody>
                    <a:bodyPr/>
                    <a:lstStyle/>
                    <a:p>
                      <a:r>
                        <a:rPr lang="en-US" dirty="0"/>
                        <a:t>Sigma level (Before)</a:t>
                      </a:r>
                    </a:p>
                  </a:txBody>
                  <a:tcPr/>
                </a:tc>
                <a:tc>
                  <a:txBody>
                    <a:bodyPr/>
                    <a:lstStyle/>
                    <a:p>
                      <a:r>
                        <a:rPr lang="en-US" dirty="0"/>
                        <a:t>Sigma Level (After)</a:t>
                      </a:r>
                    </a:p>
                  </a:txBody>
                  <a:tcPr/>
                </a:tc>
                <a:extLst>
                  <a:ext uri="{0D108BD9-81ED-4DB2-BD59-A6C34878D82A}">
                    <a16:rowId xmlns="" xmlns:a16="http://schemas.microsoft.com/office/drawing/2014/main" val="3341798270"/>
                  </a:ext>
                </a:extLst>
              </a:tr>
              <a:tr h="370840">
                <a:tc>
                  <a:txBody>
                    <a:bodyPr/>
                    <a:lstStyle/>
                    <a:p>
                      <a:r>
                        <a:rPr lang="en-US" dirty="0"/>
                        <a:t>Washing</a:t>
                      </a:r>
                      <a:r>
                        <a:rPr lang="en-US" baseline="0" dirty="0"/>
                        <a:t> (M1)</a:t>
                      </a:r>
                      <a:endParaRPr lang="en-US" dirty="0"/>
                    </a:p>
                  </a:txBody>
                  <a:tcPr/>
                </a:tc>
                <a:tc>
                  <a:txBody>
                    <a:bodyPr/>
                    <a:lstStyle/>
                    <a:p>
                      <a:r>
                        <a:rPr lang="en-US" dirty="0"/>
                        <a:t>3.22</a:t>
                      </a:r>
                    </a:p>
                  </a:txBody>
                  <a:tcPr/>
                </a:tc>
                <a:tc>
                  <a:txBody>
                    <a:bodyPr/>
                    <a:lstStyle/>
                    <a:p>
                      <a:r>
                        <a:rPr lang="en-US" dirty="0"/>
                        <a:t>3.39</a:t>
                      </a:r>
                    </a:p>
                  </a:txBody>
                  <a:tcPr/>
                </a:tc>
                <a:extLst>
                  <a:ext uri="{0D108BD9-81ED-4DB2-BD59-A6C34878D82A}">
                    <a16:rowId xmlns="" xmlns:a16="http://schemas.microsoft.com/office/drawing/2014/main" val="4195044617"/>
                  </a:ext>
                </a:extLst>
              </a:tr>
              <a:tr h="370840">
                <a:tc>
                  <a:txBody>
                    <a:bodyPr/>
                    <a:lstStyle/>
                    <a:p>
                      <a:r>
                        <a:rPr lang="en-US" dirty="0"/>
                        <a:t>Washing (M2)</a:t>
                      </a:r>
                    </a:p>
                  </a:txBody>
                  <a:tcPr/>
                </a:tc>
                <a:tc>
                  <a:txBody>
                    <a:bodyPr/>
                    <a:lstStyle/>
                    <a:p>
                      <a:r>
                        <a:rPr lang="en-US" dirty="0"/>
                        <a:t>2.61</a:t>
                      </a:r>
                    </a:p>
                  </a:txBody>
                  <a:tcPr/>
                </a:tc>
                <a:tc>
                  <a:txBody>
                    <a:bodyPr/>
                    <a:lstStyle/>
                    <a:p>
                      <a:r>
                        <a:rPr lang="en-US" dirty="0"/>
                        <a:t>2.85</a:t>
                      </a:r>
                    </a:p>
                  </a:txBody>
                  <a:tcPr/>
                </a:tc>
                <a:extLst>
                  <a:ext uri="{0D108BD9-81ED-4DB2-BD59-A6C34878D82A}">
                    <a16:rowId xmlns="" xmlns:a16="http://schemas.microsoft.com/office/drawing/2014/main" val="3247689928"/>
                  </a:ext>
                </a:extLst>
              </a:tr>
              <a:tr h="370840">
                <a:tc>
                  <a:txBody>
                    <a:bodyPr/>
                    <a:lstStyle/>
                    <a:p>
                      <a:r>
                        <a:rPr lang="en-US" dirty="0"/>
                        <a:t>Cleaning </a:t>
                      </a:r>
                    </a:p>
                  </a:txBody>
                  <a:tcPr/>
                </a:tc>
                <a:tc>
                  <a:txBody>
                    <a:bodyPr/>
                    <a:lstStyle/>
                    <a:p>
                      <a:r>
                        <a:rPr lang="en-US" dirty="0"/>
                        <a:t>2.25</a:t>
                      </a:r>
                    </a:p>
                  </a:txBody>
                  <a:tcPr/>
                </a:tc>
                <a:tc>
                  <a:txBody>
                    <a:bodyPr/>
                    <a:lstStyle/>
                    <a:p>
                      <a:r>
                        <a:rPr lang="en-US" dirty="0"/>
                        <a:t>2.49</a:t>
                      </a:r>
                    </a:p>
                  </a:txBody>
                  <a:tcPr/>
                </a:tc>
              </a:tr>
              <a:tr h="370840">
                <a:tc>
                  <a:txBody>
                    <a:bodyPr/>
                    <a:lstStyle/>
                    <a:p>
                      <a:r>
                        <a:rPr lang="en-US" dirty="0"/>
                        <a:t>Packaging</a:t>
                      </a:r>
                    </a:p>
                  </a:txBody>
                  <a:tcPr/>
                </a:tc>
                <a:tc>
                  <a:txBody>
                    <a:bodyPr/>
                    <a:lstStyle/>
                    <a:p>
                      <a:r>
                        <a:rPr lang="en-US" dirty="0"/>
                        <a:t>2.79</a:t>
                      </a:r>
                    </a:p>
                  </a:txBody>
                  <a:tcPr/>
                </a:tc>
                <a:tc>
                  <a:txBody>
                    <a:bodyPr/>
                    <a:lstStyle/>
                    <a:p>
                      <a:r>
                        <a:rPr lang="en-US" dirty="0"/>
                        <a:t>3.00</a:t>
                      </a:r>
                    </a:p>
                  </a:txBody>
                  <a:tcPr/>
                </a:tc>
                <a:extLst>
                  <a:ext uri="{0D108BD9-81ED-4DB2-BD59-A6C34878D82A}">
                    <a16:rowId xmlns="" xmlns:a16="http://schemas.microsoft.com/office/drawing/2014/main" val="1123689903"/>
                  </a:ext>
                </a:extLst>
              </a:tr>
            </a:tbl>
          </a:graphicData>
        </a:graphic>
      </p:graphicFrame>
      <p:sp>
        <p:nvSpPr>
          <p:cNvPr id="4" name="Title 3"/>
          <p:cNvSpPr>
            <a:spLocks noGrp="1"/>
          </p:cNvSpPr>
          <p:nvPr>
            <p:ph type="title"/>
          </p:nvPr>
        </p:nvSpPr>
        <p:spPr/>
        <p:txBody>
          <a:bodyPr/>
          <a:lstStyle/>
          <a:p>
            <a:r>
              <a:rPr lang="en-US" dirty="0" smtClean="0"/>
              <a:t>Sigma </a:t>
            </a:r>
            <a:r>
              <a:rPr lang="en-US" dirty="0"/>
              <a:t>Level</a:t>
            </a:r>
          </a:p>
        </p:txBody>
      </p:sp>
    </p:spTree>
    <p:extLst>
      <p:ext uri="{BB962C8B-B14F-4D97-AF65-F5344CB8AC3E}">
        <p14:creationId xmlns="" xmlns:p14="http://schemas.microsoft.com/office/powerpoint/2010/main" val="3020938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607" y="609600"/>
            <a:ext cx="8596668" cy="748145"/>
          </a:xfrm>
        </p:spPr>
        <p:txBody>
          <a:bodyPr/>
          <a:lstStyle/>
          <a:p>
            <a:r>
              <a:rPr lang="en-US" b="1" u="sng" dirty="0"/>
              <a:t>Control Phase Roadmap</a:t>
            </a:r>
          </a:p>
        </p:txBody>
      </p:sp>
      <p:graphicFrame>
        <p:nvGraphicFramePr>
          <p:cNvPr id="3" name="Diagram 2"/>
          <p:cNvGraphicFramePr/>
          <p:nvPr>
            <p:extLst>
              <p:ext uri="{D42A27DB-BD31-4B8C-83A1-F6EECF244321}">
                <p14:modId xmlns="" xmlns:p14="http://schemas.microsoft.com/office/powerpoint/2010/main" val="128005548"/>
              </p:ext>
            </p:extLst>
          </p:nvPr>
        </p:nvGraphicFramePr>
        <p:xfrm>
          <a:off x="1508607" y="609600"/>
          <a:ext cx="6839815" cy="3519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31870999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080" y="734291"/>
            <a:ext cx="8596668" cy="595745"/>
          </a:xfrm>
        </p:spPr>
        <p:txBody>
          <a:bodyPr>
            <a:normAutofit fontScale="90000"/>
          </a:bodyPr>
          <a:lstStyle/>
          <a:p>
            <a:r>
              <a:rPr lang="en-US" dirty="0"/>
              <a:t>Control Chart</a:t>
            </a:r>
          </a:p>
        </p:txBody>
      </p:sp>
      <p:sp>
        <p:nvSpPr>
          <p:cNvPr id="3" name="Rectangle 2"/>
          <p:cNvSpPr/>
          <p:nvPr/>
        </p:nvSpPr>
        <p:spPr>
          <a:xfrm>
            <a:off x="2092036" y="1452168"/>
            <a:ext cx="6096000" cy="3898247"/>
          </a:xfrm>
          <a:prstGeom prst="rect">
            <a:avLst/>
          </a:prstGeom>
        </p:spPr>
        <p:txBody>
          <a:bodyPr>
            <a:spAutoFit/>
          </a:bodyPr>
          <a:lstStyle/>
          <a:p>
            <a:pPr marL="342900" marR="0" lvl="0" indent="-342900">
              <a:lnSpc>
                <a:spcPct val="107000"/>
              </a:lnSpc>
              <a:spcBef>
                <a:spcPts val="0"/>
              </a:spcBef>
              <a:spcAft>
                <a:spcPts val="800"/>
              </a:spcAft>
              <a:buFont typeface="Wingdings" panose="05000000000000000000" pitchFamily="2" charset="2"/>
              <a:buChar char=""/>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np CHART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np-chart</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 type of </a:t>
            </a:r>
            <a:r>
              <a:rPr lang="en-US" u="sng" dirty="0">
                <a:solidFill>
                  <a:schemeClr val="accent5">
                    <a:lumMod val="60000"/>
                    <a:lumOff val="40000"/>
                  </a:schemeClr>
                </a:solidFill>
                <a:latin typeface="Times New Roman" panose="02020603050405020304" pitchFamily="18" charset="0"/>
                <a:ea typeface="Calibri" panose="020F0502020204030204" pitchFamily="34" charset="0"/>
                <a:cs typeface="Times New Roman" panose="02020603050405020304" pitchFamily="18" charset="0"/>
                <a:hlinkClick r:id="rId2"/>
              </a:rPr>
              <a:t>control chart</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used to monitor the number of </a:t>
            </a:r>
            <a:r>
              <a:rPr lang="en-US" u="sng" dirty="0">
                <a:solidFill>
                  <a:schemeClr val="accent5">
                    <a:lumMod val="60000"/>
                    <a:lumOff val="40000"/>
                  </a:schemeClr>
                </a:solidFill>
                <a:latin typeface="Times New Roman" panose="02020603050405020304" pitchFamily="18" charset="0"/>
                <a:ea typeface="Calibri" panose="020F0502020204030204" pitchFamily="34" charset="0"/>
                <a:cs typeface="Times New Roman" panose="02020603050405020304" pitchFamily="18" charset="0"/>
                <a:hlinkClick r:id="rId3"/>
              </a:rPr>
              <a:t>nonconforming units</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in a sample.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This assumption is the basis for the calculating the upper and lower control limits. The control limits are calculated as: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pl-PL"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LCL </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pl-PL"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np –3 np (1 – p)</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pl-PL"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UCL</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pl-PL"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np + 3 np(1 – p)</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where n is the number of items and p is the proportion of defective items. Also, zero serves as a lower bound on the LCL value.</a:t>
            </a:r>
            <a:endParaRPr lang="en-US" dirty="0"/>
          </a:p>
        </p:txBody>
      </p:sp>
    </p:spTree>
    <p:extLst>
      <p:ext uri="{BB962C8B-B14F-4D97-AF65-F5344CB8AC3E}">
        <p14:creationId xmlns="" xmlns:p14="http://schemas.microsoft.com/office/powerpoint/2010/main" val="30301207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 xmlns:a16="http://schemas.microsoft.com/office/drawing/2014/main" id="{1BA43DC2-2FD3-485E-9EAB-89965D88C7BE}"/>
              </a:ext>
            </a:extLst>
          </p:cNvPr>
          <p:cNvGraphicFramePr/>
          <p:nvPr>
            <p:extLst>
              <p:ext uri="{D42A27DB-BD31-4B8C-83A1-F6EECF244321}">
                <p14:modId xmlns="" xmlns:p14="http://schemas.microsoft.com/office/powerpoint/2010/main" val="3240401225"/>
              </p:ext>
            </p:extLst>
          </p:nvPr>
        </p:nvGraphicFramePr>
        <p:xfrm>
          <a:off x="1235190" y="710161"/>
          <a:ext cx="8393718" cy="5011767"/>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1607126" y="5721928"/>
            <a:ext cx="6096000" cy="388696"/>
          </a:xfrm>
          <a:prstGeom prst="rect">
            <a:avLst/>
          </a:prstGeom>
        </p:spPr>
        <p:txBody>
          <a:bodyPr>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going out of Control Limits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28475414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 xmlns:a16="http://schemas.microsoft.com/office/drawing/2014/main" id="{7E167D2E-9707-46E0-89F6-C25AA9802A9D}"/>
              </a:ext>
            </a:extLst>
          </p:cNvPr>
          <p:cNvGraphicFramePr/>
          <p:nvPr>
            <p:extLst>
              <p:ext uri="{D42A27DB-BD31-4B8C-83A1-F6EECF244321}">
                <p14:modId xmlns="" xmlns:p14="http://schemas.microsoft.com/office/powerpoint/2010/main" val="2597239738"/>
              </p:ext>
            </p:extLst>
          </p:nvPr>
        </p:nvGraphicFramePr>
        <p:xfrm>
          <a:off x="1138209" y="649114"/>
          <a:ext cx="8019646" cy="4393941"/>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1607127" y="5043055"/>
            <a:ext cx="6096000" cy="388696"/>
          </a:xfrm>
          <a:prstGeom prst="rect">
            <a:avLst/>
          </a:prstGeom>
        </p:spPr>
        <p:txBody>
          <a:bodyPr>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going out of Control Limits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3035794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 xmlns:a16="http://schemas.microsoft.com/office/drawing/2014/main" id="{8201E873-A8C8-47C5-A680-BE38721CF769}"/>
              </a:ext>
            </a:extLst>
          </p:cNvPr>
          <p:cNvGraphicFramePr/>
          <p:nvPr>
            <p:extLst>
              <p:ext uri="{D42A27DB-BD31-4B8C-83A1-F6EECF244321}">
                <p14:modId xmlns="" xmlns:p14="http://schemas.microsoft.com/office/powerpoint/2010/main" val="189120467"/>
              </p:ext>
            </p:extLst>
          </p:nvPr>
        </p:nvGraphicFramePr>
        <p:xfrm>
          <a:off x="1249044" y="512906"/>
          <a:ext cx="7631719" cy="4530149"/>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p:cNvSpPr/>
          <p:nvPr/>
        </p:nvSpPr>
        <p:spPr>
          <a:xfrm>
            <a:off x="1607127" y="5043055"/>
            <a:ext cx="6096000" cy="388696"/>
          </a:xfrm>
          <a:prstGeom prst="rect">
            <a:avLst/>
          </a:prstGeom>
        </p:spPr>
        <p:txBody>
          <a:bodyPr>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going out of Control Limits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42195121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 xmlns:a16="http://schemas.microsoft.com/office/drawing/2014/main" id="{E7D8EE7A-485E-4A52-96C8-AFABF57A0D23}"/>
              </a:ext>
            </a:extLst>
          </p:cNvPr>
          <p:cNvGraphicFramePr/>
          <p:nvPr>
            <p:extLst>
              <p:ext uri="{D42A27DB-BD31-4B8C-83A1-F6EECF244321}">
                <p14:modId xmlns="" xmlns:p14="http://schemas.microsoft.com/office/powerpoint/2010/main" val="1539294710"/>
              </p:ext>
            </p:extLst>
          </p:nvPr>
        </p:nvGraphicFramePr>
        <p:xfrm>
          <a:off x="1373735" y="705485"/>
          <a:ext cx="7507029" cy="4448406"/>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p:cNvSpPr/>
          <p:nvPr/>
        </p:nvSpPr>
        <p:spPr>
          <a:xfrm>
            <a:off x="1676400" y="5153891"/>
            <a:ext cx="6096000" cy="388696"/>
          </a:xfrm>
          <a:prstGeom prst="rect">
            <a:avLst/>
          </a:prstGeom>
        </p:spPr>
        <p:txBody>
          <a:bodyPr>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going out of Control Limits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0701255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0718" y="560725"/>
            <a:ext cx="3218649" cy="388696"/>
          </a:xfrm>
          <a:prstGeom prst="rect">
            <a:avLst/>
          </a:prstGeom>
        </p:spPr>
        <p:txBody>
          <a:bodyPr wrap="square">
            <a:spAutoFit/>
          </a:bodyPr>
          <a:lstStyle/>
          <a:p>
            <a:pPr>
              <a:lnSpc>
                <a:spcPct val="107000"/>
              </a:lnSpc>
              <a:spcAft>
                <a:spcPts val="800"/>
              </a:spcAft>
            </a:pPr>
            <a:r>
              <a:rPr lang="en-US" u="heavy"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After improvements: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Chart 2">
            <a:extLst>
              <a:ext uri="{FF2B5EF4-FFF2-40B4-BE49-F238E27FC236}">
                <a16:creationId xmlns="" xmlns:a16="http://schemas.microsoft.com/office/drawing/2014/main" id="{B6B03174-C980-483D-B972-00F82CCCEE0D}"/>
              </a:ext>
            </a:extLst>
          </p:cNvPr>
          <p:cNvGraphicFramePr/>
          <p:nvPr>
            <p:extLst>
              <p:ext uri="{D42A27DB-BD31-4B8C-83A1-F6EECF244321}">
                <p14:modId xmlns="" xmlns:p14="http://schemas.microsoft.com/office/powerpoint/2010/main" val="1456967451"/>
              </p:ext>
            </p:extLst>
          </p:nvPr>
        </p:nvGraphicFramePr>
        <p:xfrm>
          <a:off x="1470718" y="1108999"/>
          <a:ext cx="7520882" cy="4141874"/>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1926847" y="5216103"/>
            <a:ext cx="7412182" cy="388696"/>
          </a:xfrm>
          <a:prstGeom prst="rect">
            <a:avLst/>
          </a:prstGeom>
        </p:spPr>
        <p:txBody>
          <a:bodyPr wrap="square">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in Control Limits after the improvements.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20019024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3990" y="560725"/>
            <a:ext cx="3218649" cy="388696"/>
          </a:xfrm>
          <a:prstGeom prst="rect">
            <a:avLst/>
          </a:prstGeom>
        </p:spPr>
        <p:txBody>
          <a:bodyPr wrap="square">
            <a:spAutoFit/>
          </a:bodyPr>
          <a:lstStyle/>
          <a:p>
            <a:pPr>
              <a:lnSpc>
                <a:spcPct val="107000"/>
              </a:lnSpc>
              <a:spcAft>
                <a:spcPts val="800"/>
              </a:spcAft>
            </a:pPr>
            <a:r>
              <a:rPr lang="en-US" u="heavy"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After improvements: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Chart 2">
            <a:extLst>
              <a:ext uri="{FF2B5EF4-FFF2-40B4-BE49-F238E27FC236}">
                <a16:creationId xmlns="" xmlns:a16="http://schemas.microsoft.com/office/drawing/2014/main" id="{71F501E6-5BC0-4B2E-BFD8-B99DB3F23703}"/>
              </a:ext>
            </a:extLst>
          </p:cNvPr>
          <p:cNvGraphicFramePr/>
          <p:nvPr>
            <p:extLst>
              <p:ext uri="{D42A27DB-BD31-4B8C-83A1-F6EECF244321}">
                <p14:modId xmlns="" xmlns:p14="http://schemas.microsoft.com/office/powerpoint/2010/main" val="3462560228"/>
              </p:ext>
            </p:extLst>
          </p:nvPr>
        </p:nvGraphicFramePr>
        <p:xfrm>
          <a:off x="1470718" y="949421"/>
          <a:ext cx="7825682" cy="405207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1884218" y="5047657"/>
            <a:ext cx="7412182" cy="388696"/>
          </a:xfrm>
          <a:prstGeom prst="rect">
            <a:avLst/>
          </a:prstGeom>
        </p:spPr>
        <p:txBody>
          <a:bodyPr wrap="square">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in Control Limits after the improvements.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29391449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 xmlns:a16="http://schemas.microsoft.com/office/drawing/2014/main" id="{8ADEBBE6-6BEA-496E-BFCE-827CD2404A6F}"/>
              </a:ext>
            </a:extLst>
          </p:cNvPr>
          <p:cNvGraphicFramePr>
            <a:graphicFrameLocks noGrp="1"/>
          </p:cNvGraphicFramePr>
          <p:nvPr>
            <p:extLst>
              <p:ext uri="{D42A27DB-BD31-4B8C-83A1-F6EECF244321}">
                <p14:modId xmlns="" xmlns:p14="http://schemas.microsoft.com/office/powerpoint/2010/main" val="3389348385"/>
              </p:ext>
            </p:extLst>
          </p:nvPr>
        </p:nvGraphicFramePr>
        <p:xfrm>
          <a:off x="2067951" y="1323707"/>
          <a:ext cx="7343995" cy="421058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1730326" y="1125415"/>
            <a:ext cx="2771336" cy="388696"/>
          </a:xfrm>
          <a:prstGeom prst="rect">
            <a:avLst/>
          </a:prstGeom>
          <a:noFill/>
        </p:spPr>
        <p:txBody>
          <a:bodyPr wrap="square" rtlCol="0">
            <a:spAutoFit/>
          </a:bodyPr>
          <a:lstStyle/>
          <a:p>
            <a:pPr>
              <a:lnSpc>
                <a:spcPct val="107000"/>
              </a:lnSpc>
              <a:spcAft>
                <a:spcPts val="800"/>
              </a:spcAft>
            </a:pPr>
            <a:r>
              <a:rPr lang="en-US" u="heavy"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After improvements:</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730326" y="5618453"/>
            <a:ext cx="7412182" cy="388696"/>
          </a:xfrm>
          <a:prstGeom prst="rect">
            <a:avLst/>
          </a:prstGeom>
        </p:spPr>
        <p:txBody>
          <a:bodyPr wrap="square">
            <a:spAutoFit/>
          </a:bodyPr>
          <a:lstStyle/>
          <a:p>
            <a:pPr>
              <a:lnSpc>
                <a:spcPct val="107000"/>
              </a:lnSpc>
              <a:spcAft>
                <a:spcPts val="800"/>
              </a:spcAft>
            </a:pPr>
            <a:r>
              <a:rPr lang="en-US" u="heavy" dirty="0">
                <a:latin typeface="Times New Roman" panose="02020603050405020304" pitchFamily="18" charset="0"/>
                <a:ea typeface="Calibri" panose="020F0502020204030204" pitchFamily="34" charset="0"/>
                <a:cs typeface="Times New Roman" panose="02020603050405020304" pitchFamily="18" charset="0"/>
              </a:rPr>
              <a:t>Interpretation:</a:t>
            </a:r>
            <a:r>
              <a:rPr lang="en-US" dirty="0">
                <a:latin typeface="Times New Roman" panose="02020603050405020304" pitchFamily="18" charset="0"/>
                <a:ea typeface="Calibri" panose="020F0502020204030204" pitchFamily="34" charset="0"/>
                <a:cs typeface="Times New Roman" panose="02020603050405020304" pitchFamily="18" charset="0"/>
              </a:rPr>
              <a:t> The process is in Control Limits after the improvements.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5182830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9684" y="789709"/>
            <a:ext cx="8596668" cy="581891"/>
          </a:xfrm>
        </p:spPr>
        <p:txBody>
          <a:bodyPr>
            <a:normAutofit fontScale="90000"/>
          </a:bodyPr>
          <a:lstStyle/>
          <a:p>
            <a:r>
              <a:rPr lang="en-US" u="sng" dirty="0"/>
              <a:t>Suggestions</a:t>
            </a:r>
          </a:p>
        </p:txBody>
      </p:sp>
      <p:sp>
        <p:nvSpPr>
          <p:cNvPr id="3" name="Rectangle 2"/>
          <p:cNvSpPr/>
          <p:nvPr/>
        </p:nvSpPr>
        <p:spPr>
          <a:xfrm>
            <a:off x="1319684" y="1371600"/>
            <a:ext cx="8437418" cy="2759602"/>
          </a:xfrm>
          <a:prstGeom prst="rect">
            <a:avLst/>
          </a:prstGeom>
        </p:spPr>
        <p:txBody>
          <a:bodyPr wrap="square">
            <a:spAutoFit/>
          </a:bodyPr>
          <a:lstStyle/>
          <a:p>
            <a:pPr marL="342900" marR="0" lvl="0" indent="-342900">
              <a:lnSpc>
                <a:spcPct val="107000"/>
              </a:lnSpc>
              <a:spcBef>
                <a:spcPts val="0"/>
              </a:spcBef>
              <a:spcAft>
                <a:spcPts val="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the Washing process, the Machine for vials should not be used to wash Ampoules, if possible.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New machinery should be brought, in order to reduce defects in Visual Inspection process.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Cleaning process, there should be a change in the method where the Ampoules are cleaned manually.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For Packaging process, the label company should be contacted and the problems should be mentioned to them. Further the conveyer belt in the labeling process should be replaced. If possible, the automatic Labeling machine should be taken into use.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2218241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0" y="637309"/>
            <a:ext cx="8596668" cy="1320800"/>
          </a:xfrm>
        </p:spPr>
        <p:txBody>
          <a:bodyPr/>
          <a:lstStyle/>
          <a:p>
            <a:r>
              <a:rPr lang="en-US" u="sng" dirty="0"/>
              <a:t>References</a:t>
            </a:r>
          </a:p>
        </p:txBody>
      </p:sp>
      <p:sp>
        <p:nvSpPr>
          <p:cNvPr id="4" name="Rectangle 3"/>
          <p:cNvSpPr/>
          <p:nvPr/>
        </p:nvSpPr>
        <p:spPr>
          <a:xfrm>
            <a:off x="1524000" y="1482362"/>
            <a:ext cx="10016836" cy="1574149"/>
          </a:xfrm>
          <a:prstGeom prst="rect">
            <a:avLst/>
          </a:prstGeom>
        </p:spPr>
        <p:txBody>
          <a:bodyPr wrap="square">
            <a:spAutoFit/>
          </a:bodyPr>
          <a:lstStyle/>
          <a:p>
            <a:pPr marL="342900" marR="0" lvl="0" indent="-342900">
              <a:lnSpc>
                <a:spcPct val="107000"/>
              </a:lnSpc>
              <a:spcBef>
                <a:spcPts val="0"/>
              </a:spcBef>
              <a:spcAft>
                <a:spcPts val="0"/>
              </a:spcAft>
              <a:buFont typeface="+mj-l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Six Sigma for Organizational Excellence - A Statistical Approach,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0"/>
              </a:spcAft>
            </a:pPr>
            <a:r>
              <a:rPr lang="en-US" dirty="0">
                <a:latin typeface="Times New Roman" panose="02020603050405020304" pitchFamily="18" charset="0"/>
                <a:ea typeface="Calibri" panose="020F0502020204030204" pitchFamily="34" charset="0"/>
                <a:cs typeface="Times New Roman" panose="02020603050405020304" pitchFamily="18" charset="0"/>
              </a:rPr>
              <a:t>Prof. K. Muralidharan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dirty="0">
                <a:latin typeface="Times New Roman" panose="02020603050405020304" pitchFamily="18" charset="0"/>
                <a:ea typeface="Calibri" panose="020F0502020204030204" pitchFamily="34" charset="0"/>
                <a:cs typeface="Times New Roman" panose="02020603050405020304" pitchFamily="18" charset="0"/>
              </a:rPr>
              <a:t>2.   Minitab 17 – Statistical Software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AutoNum type="arabicPeriod" startAt="3"/>
            </a:pPr>
            <a:r>
              <a:rPr lang="en-US" dirty="0">
                <a:latin typeface="Times New Roman" panose="02020603050405020304" pitchFamily="18" charset="0"/>
                <a:ea typeface="Calibri" panose="020F0502020204030204" pitchFamily="34" charset="0"/>
                <a:cs typeface="Times New Roman" panose="02020603050405020304" pitchFamily="18" charset="0"/>
              </a:rPr>
              <a:t>Quality Companion 3</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AutoNum type="arabicPeriod" startAt="3"/>
            </a:pPr>
            <a:r>
              <a:rPr lang="en-US" dirty="0">
                <a:latin typeface="Times New Roman" panose="02020603050405020304" pitchFamily="18" charset="0"/>
                <a:ea typeface="Calibri" panose="020F0502020204030204" pitchFamily="34" charset="0"/>
                <a:cs typeface="Times New Roman" panose="02020603050405020304" pitchFamily="18" charset="0"/>
              </a:rPr>
              <a:t>www.iSixSigma.com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892347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6352" y="2632364"/>
            <a:ext cx="8596668" cy="1320800"/>
          </a:xfrm>
        </p:spPr>
        <p:txBody>
          <a:bodyPr>
            <a:normAutofit/>
          </a:bodyPr>
          <a:lstStyle/>
          <a:p>
            <a:r>
              <a:rPr lang="en-US" sz="6600" dirty="0">
                <a:latin typeface="Lucida Handwriting" panose="03010101010101010101" pitchFamily="66" charset="0"/>
              </a:rPr>
              <a:t>Thank you</a:t>
            </a:r>
          </a:p>
        </p:txBody>
      </p:sp>
    </p:spTree>
    <p:extLst>
      <p:ext uri="{BB962C8B-B14F-4D97-AF65-F5344CB8AC3E}">
        <p14:creationId xmlns="" xmlns:p14="http://schemas.microsoft.com/office/powerpoint/2010/main" val="669967642"/>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A25C97A2986249B41E72CADC74A191" ma:contentTypeVersion="4" ma:contentTypeDescription="Create a new document." ma:contentTypeScope="" ma:versionID="09c2f7997568f11f6f048b0b696e6d1a">
  <xsd:schema xmlns:xsd="http://www.w3.org/2001/XMLSchema" xmlns:xs="http://www.w3.org/2001/XMLSchema" xmlns:p="http://schemas.microsoft.com/office/2006/metadata/properties" xmlns:ns2="13198c3b-a4e2-4038-bec2-ba20dc2c24ec" targetNamespace="http://schemas.microsoft.com/office/2006/metadata/properties" ma:root="true" ma:fieldsID="a7ce81a64f443739af589702288e63ef" ns2:_="">
    <xsd:import namespace="13198c3b-a4e2-4038-bec2-ba20dc2c24e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98c3b-a4e2-4038-bec2-ba20dc2c24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730DED-0944-4A6B-B6DD-523D75142733}"/>
</file>

<file path=customXml/itemProps2.xml><?xml version="1.0" encoding="utf-8"?>
<ds:datastoreItem xmlns:ds="http://schemas.openxmlformats.org/officeDocument/2006/customXml" ds:itemID="{C12DC2E0-03A3-4064-9175-9BDC6A2D886E}"/>
</file>

<file path=customXml/itemProps3.xml><?xml version="1.0" encoding="utf-8"?>
<ds:datastoreItem xmlns:ds="http://schemas.openxmlformats.org/officeDocument/2006/customXml" ds:itemID="{993B44B8-17EB-4D4A-B202-DE6E489CEB3C}"/>
</file>

<file path=docProps/app.xml><?xml version="1.0" encoding="utf-8"?>
<Properties xmlns="http://schemas.openxmlformats.org/officeDocument/2006/extended-properties" xmlns:vt="http://schemas.openxmlformats.org/officeDocument/2006/docPropsVTypes">
  <Template>Facet</Template>
  <TotalTime>320</TotalTime>
  <Words>2699</Words>
  <Application>Microsoft Office PowerPoint</Application>
  <PresentationFormat>Custom</PresentationFormat>
  <Paragraphs>810</Paragraphs>
  <Slides>48</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0" baseType="lpstr">
      <vt:lpstr>Facet</vt:lpstr>
      <vt:lpstr>Worksheet</vt:lpstr>
      <vt:lpstr>Lean Six Sigma Project on Reducing Defects in Ampoules at Mercury Laboratories Ltd.</vt:lpstr>
      <vt:lpstr>Company Profile</vt:lpstr>
      <vt:lpstr>Overview of the Ampoules manufacturing process</vt:lpstr>
      <vt:lpstr>Slide 4</vt:lpstr>
      <vt:lpstr>Define Phase Roadmap</vt:lpstr>
      <vt:lpstr>Slide 6</vt:lpstr>
      <vt:lpstr>SIPOC          </vt:lpstr>
      <vt:lpstr>Gantt Chart</vt:lpstr>
      <vt:lpstr>Define Phase Summary:</vt:lpstr>
      <vt:lpstr>Measure Stage Roadmap</vt:lpstr>
      <vt:lpstr>DATA COLLECTION SHEET</vt:lpstr>
      <vt:lpstr>Initial Process Sigma Level </vt:lpstr>
      <vt:lpstr>ANALYSIS PHASE ROADMAP</vt:lpstr>
      <vt:lpstr>Cause and Effect Diagram</vt:lpstr>
      <vt:lpstr>Causes of Defects in each process:</vt:lpstr>
      <vt:lpstr>Slide 16</vt:lpstr>
      <vt:lpstr>Slide 17</vt:lpstr>
      <vt:lpstr>Slide 18</vt:lpstr>
      <vt:lpstr>Slide 19</vt:lpstr>
      <vt:lpstr>FMEA (Failure Mode Effect Analysis)</vt:lpstr>
      <vt:lpstr>FMEA FOR WASHING </vt:lpstr>
      <vt:lpstr>Slide 22</vt:lpstr>
      <vt:lpstr>Chi Square Test For Association (M1)</vt:lpstr>
      <vt:lpstr>Chi Square Test For Association (M2)</vt:lpstr>
      <vt:lpstr>FMEA FOR VISUAL INSPECTION</vt:lpstr>
      <vt:lpstr>Slide 26</vt:lpstr>
      <vt:lpstr>Chi Square Test For Association (Cleaning)</vt:lpstr>
      <vt:lpstr>FMEA for PACKAGING</vt:lpstr>
      <vt:lpstr>Slide 29</vt:lpstr>
      <vt:lpstr>Chi Square Test For Association For Packaging</vt:lpstr>
      <vt:lpstr>Pareto Chart</vt:lpstr>
      <vt:lpstr>5S Methodology</vt:lpstr>
      <vt:lpstr>Improvement Phase Roadmap</vt:lpstr>
      <vt:lpstr>Final Sigma Level </vt:lpstr>
      <vt:lpstr>Slide 35</vt:lpstr>
      <vt:lpstr>Sigma Level</vt:lpstr>
      <vt:lpstr>Control Phase Roadmap</vt:lpstr>
      <vt:lpstr>Control Chart</vt:lpstr>
      <vt:lpstr>Slide 39</vt:lpstr>
      <vt:lpstr>Slide 40</vt:lpstr>
      <vt:lpstr>Slide 41</vt:lpstr>
      <vt:lpstr>Slide 42</vt:lpstr>
      <vt:lpstr>Slide 43</vt:lpstr>
      <vt:lpstr>Slide 44</vt:lpstr>
      <vt:lpstr>Slide 45</vt:lpstr>
      <vt:lpstr>Suggestions</vt:lpstr>
      <vt:lpstr>References</vt:lpstr>
      <vt:lpstr>Thank you</vt:lpstr>
    </vt:vector>
  </TitlesOfParts>
  <Company>Sherlock</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Six Sigma Project on Reducing Defects in Ampoules at Mercury Laboratories Ltd.</dc:title>
  <dc:creator>Kunj Panchal</dc:creator>
  <cp:lastModifiedBy>Muralidharan_2</cp:lastModifiedBy>
  <cp:revision>58</cp:revision>
  <dcterms:created xsi:type="dcterms:W3CDTF">2017-05-05T01:10:21Z</dcterms:created>
  <dcterms:modified xsi:type="dcterms:W3CDTF">2020-06-08T15:58:07Z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0x01010020A25C97A2986249B41E72CADC74A191</vt:lpwstr>
  </property>
</Properties>
</file>