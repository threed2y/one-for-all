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  <p:sldMasterId id="2147483865" r:id="rId2"/>
  </p:sldMasterIdLst>
  <p:sldIdLst>
    <p:sldId id="278" r:id="rId3"/>
    <p:sldId id="27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82" r:id="rId17"/>
    <p:sldId id="284" r:id="rId18"/>
    <p:sldId id="269" r:id="rId19"/>
    <p:sldId id="270" r:id="rId20"/>
    <p:sldId id="272" r:id="rId21"/>
    <p:sldId id="279" r:id="rId22"/>
    <p:sldId id="271" r:id="rId23"/>
    <p:sldId id="285" r:id="rId24"/>
    <p:sldId id="273" r:id="rId25"/>
    <p:sldId id="276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vik Vagadia" userId="935868cb9daa75df" providerId="LiveId" clId="{96C60A08-DC40-4BF7-8163-C3E4F9BDE4E0}"/>
    <pc:docChg chg="undo redo custSel addSld delSld modSld sldOrd">
      <pc:chgData name="Rutvik Vagadia" userId="935868cb9daa75df" providerId="LiveId" clId="{96C60A08-DC40-4BF7-8163-C3E4F9BDE4E0}" dt="2021-12-31T14:50:59.353" v="2722" actId="313"/>
      <pc:docMkLst>
        <pc:docMk/>
      </pc:docMkLst>
      <pc:sldChg chg="modSp mod">
        <pc:chgData name="Rutvik Vagadia" userId="935868cb9daa75df" providerId="LiveId" clId="{96C60A08-DC40-4BF7-8163-C3E4F9BDE4E0}" dt="2021-12-31T09:49:22.082" v="1723" actId="255"/>
        <pc:sldMkLst>
          <pc:docMk/>
          <pc:sldMk cId="202676879" sldId="256"/>
        </pc:sldMkLst>
        <pc:spChg chg="mod">
          <ac:chgData name="Rutvik Vagadia" userId="935868cb9daa75df" providerId="LiveId" clId="{96C60A08-DC40-4BF7-8163-C3E4F9BDE4E0}" dt="2021-12-30T18:57:21.058" v="1188" actId="27636"/>
          <ac:spMkLst>
            <pc:docMk/>
            <pc:sldMk cId="202676879" sldId="256"/>
            <ac:spMk id="2" creationId="{767A9020-B6BF-47EA-80DA-0D69D8D7262D}"/>
          </ac:spMkLst>
        </pc:spChg>
        <pc:spChg chg="mod">
          <ac:chgData name="Rutvik Vagadia" userId="935868cb9daa75df" providerId="LiveId" clId="{96C60A08-DC40-4BF7-8163-C3E4F9BDE4E0}" dt="2021-12-31T09:49:22.082" v="1723" actId="255"/>
          <ac:spMkLst>
            <pc:docMk/>
            <pc:sldMk cId="202676879" sldId="256"/>
            <ac:spMk id="3" creationId="{A6691836-BED3-4AF1-A105-49BFDC470EDB}"/>
          </ac:spMkLst>
        </pc:spChg>
      </pc:sldChg>
      <pc:sldChg chg="modSp new mod ord">
        <pc:chgData name="Rutvik Vagadia" userId="935868cb9daa75df" providerId="LiveId" clId="{96C60A08-DC40-4BF7-8163-C3E4F9BDE4E0}" dt="2021-12-31T09:49:38.992" v="1724" actId="255"/>
        <pc:sldMkLst>
          <pc:docMk/>
          <pc:sldMk cId="2118204675" sldId="257"/>
        </pc:sldMkLst>
        <pc:spChg chg="mod">
          <ac:chgData name="Rutvik Vagadia" userId="935868cb9daa75df" providerId="LiveId" clId="{96C60A08-DC40-4BF7-8163-C3E4F9BDE4E0}" dt="2021-12-30T18:59:35.573" v="1206" actId="255"/>
          <ac:spMkLst>
            <pc:docMk/>
            <pc:sldMk cId="2118204675" sldId="257"/>
            <ac:spMk id="2" creationId="{B0DAC7EB-9ECB-435E-A15C-4D69CD4384B7}"/>
          </ac:spMkLst>
        </pc:spChg>
        <pc:spChg chg="mod">
          <ac:chgData name="Rutvik Vagadia" userId="935868cb9daa75df" providerId="LiveId" clId="{96C60A08-DC40-4BF7-8163-C3E4F9BDE4E0}" dt="2021-12-31T09:49:38.992" v="1724" actId="255"/>
          <ac:spMkLst>
            <pc:docMk/>
            <pc:sldMk cId="2118204675" sldId="257"/>
            <ac:spMk id="3" creationId="{3B4E792E-59FF-4CF0-B4B2-E5CBB6D7468F}"/>
          </ac:spMkLst>
        </pc:spChg>
      </pc:sldChg>
      <pc:sldChg chg="addSp delSp modSp new mod modClrScheme chgLayout">
        <pc:chgData name="Rutvik Vagadia" userId="935868cb9daa75df" providerId="LiveId" clId="{96C60A08-DC40-4BF7-8163-C3E4F9BDE4E0}" dt="2021-12-30T19:14:39.936" v="1688" actId="27636"/>
        <pc:sldMkLst>
          <pc:docMk/>
          <pc:sldMk cId="4030719503" sldId="258"/>
        </pc:sldMkLst>
        <pc:spChg chg="del">
          <ac:chgData name="Rutvik Vagadia" userId="935868cb9daa75df" providerId="LiveId" clId="{96C60A08-DC40-4BF7-8163-C3E4F9BDE4E0}" dt="2021-12-30T13:41:23.621" v="497" actId="700"/>
          <ac:spMkLst>
            <pc:docMk/>
            <pc:sldMk cId="4030719503" sldId="258"/>
            <ac:spMk id="2" creationId="{159213CC-2870-49E6-865C-CF2E68749DC8}"/>
          </ac:spMkLst>
        </pc:spChg>
        <pc:spChg chg="del">
          <ac:chgData name="Rutvik Vagadia" userId="935868cb9daa75df" providerId="LiveId" clId="{96C60A08-DC40-4BF7-8163-C3E4F9BDE4E0}" dt="2021-12-30T13:41:23.621" v="497" actId="700"/>
          <ac:spMkLst>
            <pc:docMk/>
            <pc:sldMk cId="4030719503" sldId="258"/>
            <ac:spMk id="3" creationId="{9D789F3E-F671-477C-B473-5D1CD882EE27}"/>
          </ac:spMkLst>
        </pc:spChg>
        <pc:spChg chg="add del mod ord">
          <ac:chgData name="Rutvik Vagadia" userId="935868cb9daa75df" providerId="LiveId" clId="{96C60A08-DC40-4BF7-8163-C3E4F9BDE4E0}" dt="2021-12-30T13:41:40.624" v="498" actId="700"/>
          <ac:spMkLst>
            <pc:docMk/>
            <pc:sldMk cId="4030719503" sldId="258"/>
            <ac:spMk id="4" creationId="{E90056EC-C63E-44F5-B392-6AB901418718}"/>
          </ac:spMkLst>
        </pc:spChg>
        <pc:spChg chg="add del mod ord">
          <ac:chgData name="Rutvik Vagadia" userId="935868cb9daa75df" providerId="LiveId" clId="{96C60A08-DC40-4BF7-8163-C3E4F9BDE4E0}" dt="2021-12-30T13:41:40.624" v="498" actId="700"/>
          <ac:spMkLst>
            <pc:docMk/>
            <pc:sldMk cId="4030719503" sldId="258"/>
            <ac:spMk id="5" creationId="{95E19D5A-1D34-4EC6-9601-2A5317412529}"/>
          </ac:spMkLst>
        </pc:spChg>
        <pc:spChg chg="add del mod">
          <ac:chgData name="Rutvik Vagadia" userId="935868cb9daa75df" providerId="LiveId" clId="{96C60A08-DC40-4BF7-8163-C3E4F9BDE4E0}" dt="2021-12-30T19:00:21.098" v="1208" actId="21"/>
          <ac:spMkLst>
            <pc:docMk/>
            <pc:sldMk cId="4030719503" sldId="258"/>
            <ac:spMk id="6" creationId="{A2C63751-F330-4CB9-86C9-9FEF32804D24}"/>
          </ac:spMkLst>
        </pc:spChg>
        <pc:spChg chg="add del mod">
          <ac:chgData name="Rutvik Vagadia" userId="935868cb9daa75df" providerId="LiveId" clId="{96C60A08-DC40-4BF7-8163-C3E4F9BDE4E0}" dt="2021-12-30T19:14:39.936" v="1688" actId="27636"/>
          <ac:spMkLst>
            <pc:docMk/>
            <pc:sldMk cId="4030719503" sldId="258"/>
            <ac:spMk id="7" creationId="{11A6259D-DF09-48E1-849B-ED9B969BC0D0}"/>
          </ac:spMkLst>
        </pc:spChg>
        <pc:spChg chg="add mod">
          <ac:chgData name="Rutvik Vagadia" userId="935868cb9daa75df" providerId="LiveId" clId="{96C60A08-DC40-4BF7-8163-C3E4F9BDE4E0}" dt="2021-12-30T14:11:33.533" v="661" actId="2711"/>
          <ac:spMkLst>
            <pc:docMk/>
            <pc:sldMk cId="4030719503" sldId="258"/>
            <ac:spMk id="8" creationId="{386CFA8C-5C3A-4E09-B2F6-145105313442}"/>
          </ac:spMkLst>
        </pc:spChg>
        <pc:spChg chg="add mod">
          <ac:chgData name="Rutvik Vagadia" userId="935868cb9daa75df" providerId="LiveId" clId="{96C60A08-DC40-4BF7-8163-C3E4F9BDE4E0}" dt="2021-12-30T19:14:39.935" v="1687" actId="27636"/>
          <ac:spMkLst>
            <pc:docMk/>
            <pc:sldMk cId="4030719503" sldId="258"/>
            <ac:spMk id="9" creationId="{F17650FE-1A32-4AB8-8AC8-C852DEA86B44}"/>
          </ac:spMkLst>
        </pc:spChg>
        <pc:spChg chg="add mod">
          <ac:chgData name="Rutvik Vagadia" userId="935868cb9daa75df" providerId="LiveId" clId="{96C60A08-DC40-4BF7-8163-C3E4F9BDE4E0}" dt="2021-12-30T14:11:42.702" v="662" actId="2711"/>
          <ac:spMkLst>
            <pc:docMk/>
            <pc:sldMk cId="4030719503" sldId="258"/>
            <ac:spMk id="10" creationId="{83C3D599-B1E9-4998-9493-7F98BB5C4E06}"/>
          </ac:spMkLst>
        </pc:spChg>
        <pc:picChg chg="add mod">
          <ac:chgData name="Rutvik Vagadia" userId="935868cb9daa75df" providerId="LiveId" clId="{96C60A08-DC40-4BF7-8163-C3E4F9BDE4E0}" dt="2021-12-30T13:52:08.897" v="563" actId="14100"/>
          <ac:picMkLst>
            <pc:docMk/>
            <pc:sldMk cId="4030719503" sldId="258"/>
            <ac:picMk id="1026" creationId="{39594A94-87B5-4A98-9E44-E7141F76A0EE}"/>
          </ac:picMkLst>
        </pc:picChg>
        <pc:picChg chg="add mod">
          <ac:chgData name="Rutvik Vagadia" userId="935868cb9daa75df" providerId="LiveId" clId="{96C60A08-DC40-4BF7-8163-C3E4F9BDE4E0}" dt="2021-12-30T13:56:19.542" v="581" actId="14100"/>
          <ac:picMkLst>
            <pc:docMk/>
            <pc:sldMk cId="4030719503" sldId="258"/>
            <ac:picMk id="1028" creationId="{B9280349-D60C-4AAE-B214-B796169E0E28}"/>
          </ac:picMkLst>
        </pc:picChg>
      </pc:sldChg>
      <pc:sldChg chg="addSp delSp modSp new mod">
        <pc:chgData name="Rutvik Vagadia" userId="935868cb9daa75df" providerId="LiveId" clId="{96C60A08-DC40-4BF7-8163-C3E4F9BDE4E0}" dt="2021-12-30T19:25:24.995" v="1708" actId="113"/>
        <pc:sldMkLst>
          <pc:docMk/>
          <pc:sldMk cId="1194580614" sldId="259"/>
        </pc:sldMkLst>
        <pc:spChg chg="del mod">
          <ac:chgData name="Rutvik Vagadia" userId="935868cb9daa75df" providerId="LiveId" clId="{96C60A08-DC40-4BF7-8163-C3E4F9BDE4E0}" dt="2021-12-30T19:00:33.198" v="1209" actId="21"/>
          <ac:spMkLst>
            <pc:docMk/>
            <pc:sldMk cId="1194580614" sldId="259"/>
            <ac:spMk id="2" creationId="{860062B4-C021-4894-98B3-70C0CEFDD293}"/>
          </ac:spMkLst>
        </pc:spChg>
        <pc:spChg chg="mod">
          <ac:chgData name="Rutvik Vagadia" userId="935868cb9daa75df" providerId="LiveId" clId="{96C60A08-DC40-4BF7-8163-C3E4F9BDE4E0}" dt="2021-12-30T19:25:24.995" v="1708" actId="113"/>
          <ac:spMkLst>
            <pc:docMk/>
            <pc:sldMk cId="1194580614" sldId="259"/>
            <ac:spMk id="3" creationId="{20643195-670E-4826-9933-67FCA3D9181B}"/>
          </ac:spMkLst>
        </pc:spChg>
        <pc:picChg chg="add del mod">
          <ac:chgData name="Rutvik Vagadia" userId="935868cb9daa75df" providerId="LiveId" clId="{96C60A08-DC40-4BF7-8163-C3E4F9BDE4E0}" dt="2021-12-30T18:01:43.327" v="709" actId="21"/>
          <ac:picMkLst>
            <pc:docMk/>
            <pc:sldMk cId="1194580614" sldId="259"/>
            <ac:picMk id="5" creationId="{DE957F7A-9CA9-4066-9C2F-67165A5B9212}"/>
          </ac:picMkLst>
        </pc:picChg>
        <pc:picChg chg="add del mod">
          <ac:chgData name="Rutvik Vagadia" userId="935868cb9daa75df" providerId="LiveId" clId="{96C60A08-DC40-4BF7-8163-C3E4F9BDE4E0}" dt="2021-12-30T18:01:51.290" v="711" actId="21"/>
          <ac:picMkLst>
            <pc:docMk/>
            <pc:sldMk cId="1194580614" sldId="259"/>
            <ac:picMk id="6" creationId="{4FEEFEC2-FCBC-4C9C-9D6B-51A3BBA123B5}"/>
          </ac:picMkLst>
        </pc:picChg>
        <pc:picChg chg="add del mod">
          <ac:chgData name="Rutvik Vagadia" userId="935868cb9daa75df" providerId="LiveId" clId="{96C60A08-DC40-4BF7-8163-C3E4F9BDE4E0}" dt="2021-12-30T18:01:27.386" v="707" actId="21"/>
          <ac:picMkLst>
            <pc:docMk/>
            <pc:sldMk cId="1194580614" sldId="259"/>
            <ac:picMk id="1026" creationId="{EB9DA185-FAD8-4A96-9435-508CBF4C1A1B}"/>
          </ac:picMkLst>
        </pc:picChg>
        <pc:picChg chg="add mod">
          <ac:chgData name="Rutvik Vagadia" userId="935868cb9daa75df" providerId="LiveId" clId="{96C60A08-DC40-4BF7-8163-C3E4F9BDE4E0}" dt="2021-12-30T18:05:02.162" v="757" actId="1076"/>
          <ac:picMkLst>
            <pc:docMk/>
            <pc:sldMk cId="1194580614" sldId="259"/>
            <ac:picMk id="1028" creationId="{33288B10-6849-4661-8415-6ABB66FBD154}"/>
          </ac:picMkLst>
        </pc:picChg>
        <pc:picChg chg="add mod">
          <ac:chgData name="Rutvik Vagadia" userId="935868cb9daa75df" providerId="LiveId" clId="{96C60A08-DC40-4BF7-8163-C3E4F9BDE4E0}" dt="2021-12-30T18:05:21.699" v="761" actId="14100"/>
          <ac:picMkLst>
            <pc:docMk/>
            <pc:sldMk cId="1194580614" sldId="259"/>
            <ac:picMk id="1030" creationId="{8601B65B-9CBB-4C79-BB4D-DA3F1899D056}"/>
          </ac:picMkLst>
        </pc:picChg>
      </pc:sldChg>
      <pc:sldChg chg="addSp delSp modSp new mod modClrScheme chgLayout">
        <pc:chgData name="Rutvik Vagadia" userId="935868cb9daa75df" providerId="LiveId" clId="{96C60A08-DC40-4BF7-8163-C3E4F9BDE4E0}" dt="2021-12-30T18:28:02.948" v="800" actId="14100"/>
        <pc:sldMkLst>
          <pc:docMk/>
          <pc:sldMk cId="3639455863" sldId="260"/>
        </pc:sldMkLst>
        <pc:spChg chg="add mod">
          <ac:chgData name="Rutvik Vagadia" userId="935868cb9daa75df" providerId="LiveId" clId="{96C60A08-DC40-4BF7-8163-C3E4F9BDE4E0}" dt="2021-12-30T18:03:16.880" v="748" actId="1076"/>
          <ac:spMkLst>
            <pc:docMk/>
            <pc:sldMk cId="3639455863" sldId="260"/>
            <ac:spMk id="2" creationId="{790D9039-5606-4017-9A9A-04F093DE22CA}"/>
          </ac:spMkLst>
        </pc:spChg>
        <pc:spChg chg="add mod">
          <ac:chgData name="Rutvik Vagadia" userId="935868cb9daa75df" providerId="LiveId" clId="{96C60A08-DC40-4BF7-8163-C3E4F9BDE4E0}" dt="2021-12-30T18:11:43.170" v="783" actId="255"/>
          <ac:spMkLst>
            <pc:docMk/>
            <pc:sldMk cId="3639455863" sldId="260"/>
            <ac:spMk id="3" creationId="{44776089-FC0A-4CB4-A65E-ABBFF4DE9696}"/>
          </ac:spMkLst>
        </pc:spChg>
        <pc:picChg chg="add del mod">
          <ac:chgData name="Rutvik Vagadia" userId="935868cb9daa75df" providerId="LiveId" clId="{96C60A08-DC40-4BF7-8163-C3E4F9BDE4E0}" dt="2021-12-30T18:17:46.029" v="788" actId="21"/>
          <ac:picMkLst>
            <pc:docMk/>
            <pc:sldMk cId="3639455863" sldId="260"/>
            <ac:picMk id="5" creationId="{F432AB50-FE48-4AFE-860A-C0DEE5CCD9A6}"/>
          </ac:picMkLst>
        </pc:picChg>
        <pc:picChg chg="add del mod">
          <ac:chgData name="Rutvik Vagadia" userId="935868cb9daa75df" providerId="LiveId" clId="{96C60A08-DC40-4BF7-8163-C3E4F9BDE4E0}" dt="2021-12-30T18:19:33.467" v="790" actId="21"/>
          <ac:picMkLst>
            <pc:docMk/>
            <pc:sldMk cId="3639455863" sldId="260"/>
            <ac:picMk id="7" creationId="{D0EBF704-F24C-49F2-844F-C326597751D0}"/>
          </ac:picMkLst>
        </pc:picChg>
        <pc:picChg chg="add del mod">
          <ac:chgData name="Rutvik Vagadia" userId="935868cb9daa75df" providerId="LiveId" clId="{96C60A08-DC40-4BF7-8163-C3E4F9BDE4E0}" dt="2021-12-30T18:19:50.338" v="792" actId="21"/>
          <ac:picMkLst>
            <pc:docMk/>
            <pc:sldMk cId="3639455863" sldId="260"/>
            <ac:picMk id="9" creationId="{D768A95B-C918-4232-85C1-1899CDEF4C42}"/>
          </ac:picMkLst>
        </pc:picChg>
        <pc:picChg chg="add del mod">
          <ac:chgData name="Rutvik Vagadia" userId="935868cb9daa75df" providerId="LiveId" clId="{96C60A08-DC40-4BF7-8163-C3E4F9BDE4E0}" dt="2021-12-30T18:25:24.241" v="795" actId="21"/>
          <ac:picMkLst>
            <pc:docMk/>
            <pc:sldMk cId="3639455863" sldId="260"/>
            <ac:picMk id="10" creationId="{BDDCCD32-B516-4FBF-A55D-6E3CB4052B83}"/>
          </ac:picMkLst>
        </pc:picChg>
        <pc:picChg chg="add mod">
          <ac:chgData name="Rutvik Vagadia" userId="935868cb9daa75df" providerId="LiveId" clId="{96C60A08-DC40-4BF7-8163-C3E4F9BDE4E0}" dt="2021-12-30T18:28:02.948" v="800" actId="14100"/>
          <ac:picMkLst>
            <pc:docMk/>
            <pc:sldMk cId="3639455863" sldId="260"/>
            <ac:picMk id="2050" creationId="{429F7669-919C-42C2-85DA-01D0EDFC661B}"/>
          </ac:picMkLst>
        </pc:picChg>
      </pc:sldChg>
      <pc:sldChg chg="addSp delSp modSp new mod modClrScheme chgLayout">
        <pc:chgData name="Rutvik Vagadia" userId="935868cb9daa75df" providerId="LiveId" clId="{96C60A08-DC40-4BF7-8163-C3E4F9BDE4E0}" dt="2021-12-30T19:01:09.762" v="1211" actId="1076"/>
        <pc:sldMkLst>
          <pc:docMk/>
          <pc:sldMk cId="419002473" sldId="261"/>
        </pc:sldMkLst>
        <pc:spChg chg="del mod">
          <ac:chgData name="Rutvik Vagadia" userId="935868cb9daa75df" providerId="LiveId" clId="{96C60A08-DC40-4BF7-8163-C3E4F9BDE4E0}" dt="2021-12-30T18:28:37.558" v="803" actId="700"/>
          <ac:spMkLst>
            <pc:docMk/>
            <pc:sldMk cId="419002473" sldId="261"/>
            <ac:spMk id="2" creationId="{EF2A8428-DB05-49F5-A2DB-539C6145DCF4}"/>
          </ac:spMkLst>
        </pc:spChg>
        <pc:spChg chg="del">
          <ac:chgData name="Rutvik Vagadia" userId="935868cb9daa75df" providerId="LiveId" clId="{96C60A08-DC40-4BF7-8163-C3E4F9BDE4E0}" dt="2021-12-30T18:28:37.558" v="803" actId="700"/>
          <ac:spMkLst>
            <pc:docMk/>
            <pc:sldMk cId="419002473" sldId="261"/>
            <ac:spMk id="3" creationId="{63D4CC50-CF54-4271-AD8C-BAB6364BEF82}"/>
          </ac:spMkLst>
        </pc:spChg>
        <pc:spChg chg="add mod">
          <ac:chgData name="Rutvik Vagadia" userId="935868cb9daa75df" providerId="LiveId" clId="{96C60A08-DC40-4BF7-8163-C3E4F9BDE4E0}" dt="2021-12-30T19:01:09.762" v="1211" actId="1076"/>
          <ac:spMkLst>
            <pc:docMk/>
            <pc:sldMk cId="419002473" sldId="261"/>
            <ac:spMk id="4" creationId="{673DB015-A5BF-43C5-9EA1-53391911EA64}"/>
          </ac:spMkLst>
        </pc:spChg>
      </pc:sldChg>
      <pc:sldChg chg="modSp add mod">
        <pc:chgData name="Rutvik Vagadia" userId="935868cb9daa75df" providerId="LiveId" clId="{96C60A08-DC40-4BF7-8163-C3E4F9BDE4E0}" dt="2021-12-31T09:50:31.236" v="1725" actId="1076"/>
        <pc:sldMkLst>
          <pc:docMk/>
          <pc:sldMk cId="928593330" sldId="262"/>
        </pc:sldMkLst>
        <pc:spChg chg="mod">
          <ac:chgData name="Rutvik Vagadia" userId="935868cb9daa75df" providerId="LiveId" clId="{96C60A08-DC40-4BF7-8163-C3E4F9BDE4E0}" dt="2021-12-30T18:41:50.148" v="1053" actId="255"/>
          <ac:spMkLst>
            <pc:docMk/>
            <pc:sldMk cId="928593330" sldId="262"/>
            <ac:spMk id="4" creationId="{8B6E4D67-A25E-43C6-BFD4-C92E6E9D8A7E}"/>
          </ac:spMkLst>
        </pc:spChg>
        <pc:picChg chg="mod">
          <ac:chgData name="Rutvik Vagadia" userId="935868cb9daa75df" providerId="LiveId" clId="{96C60A08-DC40-4BF7-8163-C3E4F9BDE4E0}" dt="2021-12-31T09:50:31.236" v="1725" actId="1076"/>
          <ac:picMkLst>
            <pc:docMk/>
            <pc:sldMk cId="928593330" sldId="262"/>
            <ac:picMk id="6" creationId="{6ABABC21-FE4A-4C15-A03B-7C7C1A15E23D}"/>
          </ac:picMkLst>
        </pc:pic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1849482416" sldId="263"/>
        </pc:sldMkLst>
      </pc:sldChg>
      <pc:sldChg chg="add del">
        <pc:chgData name="Rutvik Vagadia" userId="935868cb9daa75df" providerId="LiveId" clId="{96C60A08-DC40-4BF7-8163-C3E4F9BDE4E0}" dt="2021-12-30T18:42:31.463" v="1055" actId="2696"/>
        <pc:sldMkLst>
          <pc:docMk/>
          <pc:sldMk cId="3220871022" sldId="263"/>
        </pc:sldMkLst>
      </pc:sldChg>
      <pc:sldChg chg="modSp add mod">
        <pc:chgData name="Rutvik Vagadia" userId="935868cb9daa75df" providerId="LiveId" clId="{96C60A08-DC40-4BF7-8163-C3E4F9BDE4E0}" dt="2021-12-31T09:52:40.653" v="1741" actId="14100"/>
        <pc:sldMkLst>
          <pc:docMk/>
          <pc:sldMk cId="285229931" sldId="264"/>
        </pc:sldMkLst>
        <pc:spChg chg="mod">
          <ac:chgData name="Rutvik Vagadia" userId="935868cb9daa75df" providerId="LiveId" clId="{96C60A08-DC40-4BF7-8163-C3E4F9BDE4E0}" dt="2021-12-31T09:52:10.363" v="1737" actId="255"/>
          <ac:spMkLst>
            <pc:docMk/>
            <pc:sldMk cId="285229931" sldId="264"/>
            <ac:spMk id="6" creationId="{F600ADD9-9ED3-4F05-9733-FF455571EB1B}"/>
          </ac:spMkLst>
        </pc:spChg>
        <pc:graphicFrameChg chg="mod modGraphic">
          <ac:chgData name="Rutvik Vagadia" userId="935868cb9daa75df" providerId="LiveId" clId="{96C60A08-DC40-4BF7-8163-C3E4F9BDE4E0}" dt="2021-12-31T09:52:40.653" v="1741" actId="14100"/>
          <ac:graphicFrameMkLst>
            <pc:docMk/>
            <pc:sldMk cId="285229931" sldId="264"/>
            <ac:graphicFrameMk id="5" creationId="{20A63689-D7E9-4EF8-85B3-7820FC677DCA}"/>
          </ac:graphicFrameMkLst>
        </pc:graphicFrame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1099822120" sldId="264"/>
        </pc:sldMkLst>
      </pc:sldChg>
      <pc:sldChg chg="modSp add mod">
        <pc:chgData name="Rutvik Vagadia" userId="935868cb9daa75df" providerId="LiveId" clId="{96C60A08-DC40-4BF7-8163-C3E4F9BDE4E0}" dt="2021-12-30T19:13:07.253" v="1681" actId="27636"/>
        <pc:sldMkLst>
          <pc:docMk/>
          <pc:sldMk cId="1350483127" sldId="265"/>
        </pc:sldMkLst>
        <pc:spChg chg="mod">
          <ac:chgData name="Rutvik Vagadia" userId="935868cb9daa75df" providerId="LiveId" clId="{96C60A08-DC40-4BF7-8163-C3E4F9BDE4E0}" dt="2021-12-30T19:13:07.253" v="1681" actId="27636"/>
          <ac:spMkLst>
            <pc:docMk/>
            <pc:sldMk cId="1350483127" sldId="265"/>
            <ac:spMk id="3" creationId="{7EFBD1CA-D1DA-4F04-8230-A2DB9B0CFBB4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3904393622" sldId="265"/>
        </pc:sldMkLst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637536297" sldId="266"/>
        </pc:sldMkLst>
      </pc:sldChg>
      <pc:sldChg chg="add">
        <pc:chgData name="Rutvik Vagadia" userId="935868cb9daa75df" providerId="LiveId" clId="{96C60A08-DC40-4BF7-8163-C3E4F9BDE4E0}" dt="2021-12-30T18:42:23.521" v="1054"/>
        <pc:sldMkLst>
          <pc:docMk/>
          <pc:sldMk cId="2426327524" sldId="266"/>
        </pc:sldMkLst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788006981" sldId="267"/>
        </pc:sldMkLst>
      </pc:sldChg>
      <pc:sldChg chg="add">
        <pc:chgData name="Rutvik Vagadia" userId="935868cb9daa75df" providerId="LiveId" clId="{96C60A08-DC40-4BF7-8163-C3E4F9BDE4E0}" dt="2021-12-30T18:42:23.521" v="1054"/>
        <pc:sldMkLst>
          <pc:docMk/>
          <pc:sldMk cId="2733671837" sldId="267"/>
        </pc:sldMkLst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40079694" sldId="268"/>
        </pc:sldMkLst>
      </pc:sldChg>
      <pc:sldChg chg="add mod chgLayout">
        <pc:chgData name="Rutvik Vagadia" userId="935868cb9daa75df" providerId="LiveId" clId="{96C60A08-DC40-4BF7-8163-C3E4F9BDE4E0}" dt="2021-12-31T10:18:15.822" v="1749" actId="700"/>
        <pc:sldMkLst>
          <pc:docMk/>
          <pc:sldMk cId="543295957" sldId="268"/>
        </pc:sldMkLst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736452260" sldId="269"/>
        </pc:sldMkLst>
      </pc:sldChg>
      <pc:sldChg chg="delSp modSp add mod ord">
        <pc:chgData name="Rutvik Vagadia" userId="935868cb9daa75df" providerId="LiveId" clId="{96C60A08-DC40-4BF7-8163-C3E4F9BDE4E0}" dt="2021-12-31T10:52:39.606" v="2344" actId="14100"/>
        <pc:sldMkLst>
          <pc:docMk/>
          <pc:sldMk cId="1391203684" sldId="269"/>
        </pc:sldMkLst>
        <pc:spChg chg="del mod">
          <ac:chgData name="Rutvik Vagadia" userId="935868cb9daa75df" providerId="LiveId" clId="{96C60A08-DC40-4BF7-8163-C3E4F9BDE4E0}" dt="2021-12-31T10:52:20.814" v="2339" actId="21"/>
          <ac:spMkLst>
            <pc:docMk/>
            <pc:sldMk cId="1391203684" sldId="269"/>
            <ac:spMk id="2" creationId="{FAA29183-0A61-490C-918A-0D6D6CE68F20}"/>
          </ac:spMkLst>
        </pc:spChg>
        <pc:spChg chg="mod">
          <ac:chgData name="Rutvik Vagadia" userId="935868cb9daa75df" providerId="LiveId" clId="{96C60A08-DC40-4BF7-8163-C3E4F9BDE4E0}" dt="2021-12-31T10:52:39.606" v="2344" actId="14100"/>
          <ac:spMkLst>
            <pc:docMk/>
            <pc:sldMk cId="1391203684" sldId="269"/>
            <ac:spMk id="3" creationId="{E72F494F-7E3C-4479-B9F2-57CBC1774EAF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2127617271" sldId="270"/>
        </pc:sldMkLst>
      </pc:sldChg>
      <pc:sldChg chg="addSp delSp modSp add mod">
        <pc:chgData name="Rutvik Vagadia" userId="935868cb9daa75df" providerId="LiveId" clId="{96C60A08-DC40-4BF7-8163-C3E4F9BDE4E0}" dt="2021-12-31T10:39:45.630" v="2150" actId="113"/>
        <pc:sldMkLst>
          <pc:docMk/>
          <pc:sldMk cId="3832614557" sldId="270"/>
        </pc:sldMkLst>
        <pc:spChg chg="del mod">
          <ac:chgData name="Rutvik Vagadia" userId="935868cb9daa75df" providerId="LiveId" clId="{96C60A08-DC40-4BF7-8163-C3E4F9BDE4E0}" dt="2021-12-30T18:45:01.228" v="1088" actId="21"/>
          <ac:spMkLst>
            <pc:docMk/>
            <pc:sldMk cId="3832614557" sldId="270"/>
            <ac:spMk id="2" creationId="{AE528AAA-7DB4-47D9-BF71-E58673D9380B}"/>
          </ac:spMkLst>
        </pc:spChg>
        <pc:spChg chg="mod">
          <ac:chgData name="Rutvik Vagadia" userId="935868cb9daa75df" providerId="LiveId" clId="{96C60A08-DC40-4BF7-8163-C3E4F9BDE4E0}" dt="2021-12-31T10:39:45.630" v="2150" actId="113"/>
          <ac:spMkLst>
            <pc:docMk/>
            <pc:sldMk cId="3832614557" sldId="270"/>
            <ac:spMk id="3" creationId="{E7465C01-EC3F-488F-95B2-F40CD4A0C84A}"/>
          </ac:spMkLst>
        </pc:spChg>
        <pc:spChg chg="add del mod">
          <ac:chgData name="Rutvik Vagadia" userId="935868cb9daa75df" providerId="LiveId" clId="{96C60A08-DC40-4BF7-8163-C3E4F9BDE4E0}" dt="2021-12-31T10:38:45.446" v="2144" actId="21"/>
          <ac:spMkLst>
            <pc:docMk/>
            <pc:sldMk cId="3832614557" sldId="270"/>
            <ac:spMk id="4" creationId="{7AD15F2D-D4A5-43E4-A0E7-8E9B4278F4A1}"/>
          </ac:spMkLst>
        </pc:spChg>
      </pc:sldChg>
      <pc:sldChg chg="add del">
        <pc:chgData name="Rutvik Vagadia" userId="935868cb9daa75df" providerId="LiveId" clId="{96C60A08-DC40-4BF7-8163-C3E4F9BDE4E0}" dt="2021-12-30T18:48:54.118" v="1124" actId="2696"/>
        <pc:sldMkLst>
          <pc:docMk/>
          <pc:sldMk cId="1099868281" sldId="271"/>
        </pc:sldMkLst>
      </pc:sldChg>
      <pc:sldChg chg="modSp add mod">
        <pc:chgData name="Rutvik Vagadia" userId="935868cb9daa75df" providerId="LiveId" clId="{96C60A08-DC40-4BF7-8163-C3E4F9BDE4E0}" dt="2021-12-31T14:49:36.138" v="2716" actId="1035"/>
        <pc:sldMkLst>
          <pc:docMk/>
          <pc:sldMk cId="2222511336" sldId="271"/>
        </pc:sldMkLst>
        <pc:spChg chg="mod">
          <ac:chgData name="Rutvik Vagadia" userId="935868cb9daa75df" providerId="LiveId" clId="{96C60A08-DC40-4BF7-8163-C3E4F9BDE4E0}" dt="2021-12-31T14:49:36.138" v="2716" actId="1035"/>
          <ac:spMkLst>
            <pc:docMk/>
            <pc:sldMk cId="2222511336" sldId="271"/>
            <ac:spMk id="2" creationId="{E4580A8A-D3F2-448F-B023-CB10248069FC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2409660478" sldId="271"/>
        </pc:sldMkLst>
      </pc:sldChg>
      <pc:sldChg chg="modSp add mod">
        <pc:chgData name="Rutvik Vagadia" userId="935868cb9daa75df" providerId="LiveId" clId="{96C60A08-DC40-4BF7-8163-C3E4F9BDE4E0}" dt="2021-12-31T10:41:22.647" v="2260" actId="12"/>
        <pc:sldMkLst>
          <pc:docMk/>
          <pc:sldMk cId="2089007067" sldId="272"/>
        </pc:sldMkLst>
        <pc:spChg chg="mod">
          <ac:chgData name="Rutvik Vagadia" userId="935868cb9daa75df" providerId="LiveId" clId="{96C60A08-DC40-4BF7-8163-C3E4F9BDE4E0}" dt="2021-12-30T18:50:21.029" v="1146" actId="113"/>
          <ac:spMkLst>
            <pc:docMk/>
            <pc:sldMk cId="2089007067" sldId="272"/>
            <ac:spMk id="2" creationId="{B40211E9-41E2-4993-A66E-E1DC6037A59A}"/>
          </ac:spMkLst>
        </pc:spChg>
        <pc:spChg chg="mod">
          <ac:chgData name="Rutvik Vagadia" userId="935868cb9daa75df" providerId="LiveId" clId="{96C60A08-DC40-4BF7-8163-C3E4F9BDE4E0}" dt="2021-12-31T10:41:22.647" v="2260" actId="12"/>
          <ac:spMkLst>
            <pc:docMk/>
            <pc:sldMk cId="2089007067" sldId="272"/>
            <ac:spMk id="3" creationId="{8123B1F5-6D4E-4617-AF29-AED3CB30D42C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2167222456" sldId="272"/>
        </pc:sldMkLst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2282772038" sldId="273"/>
        </pc:sldMkLst>
      </pc:sldChg>
      <pc:sldChg chg="modSp add mod">
        <pc:chgData name="Rutvik Vagadia" userId="935868cb9daa75df" providerId="LiveId" clId="{96C60A08-DC40-4BF7-8163-C3E4F9BDE4E0}" dt="2021-12-31T14:37:20.078" v="2503" actId="20577"/>
        <pc:sldMkLst>
          <pc:docMk/>
          <pc:sldMk cId="4090784629" sldId="273"/>
        </pc:sldMkLst>
        <pc:spChg chg="mod">
          <ac:chgData name="Rutvik Vagadia" userId="935868cb9daa75df" providerId="LiveId" clId="{96C60A08-DC40-4BF7-8163-C3E4F9BDE4E0}" dt="2021-12-31T14:37:20.078" v="2503" actId="20577"/>
          <ac:spMkLst>
            <pc:docMk/>
            <pc:sldMk cId="4090784629" sldId="273"/>
            <ac:spMk id="2" creationId="{50C1540F-46AC-4145-A831-AEBD882D6C0C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658716649" sldId="274"/>
        </pc:sldMkLst>
      </pc:sldChg>
      <pc:sldChg chg="modSp add del mod">
        <pc:chgData name="Rutvik Vagadia" userId="935868cb9daa75df" providerId="LiveId" clId="{96C60A08-DC40-4BF7-8163-C3E4F9BDE4E0}" dt="2021-12-30T18:54:08.101" v="1170" actId="2696"/>
        <pc:sldMkLst>
          <pc:docMk/>
          <pc:sldMk cId="3817939871" sldId="274"/>
        </pc:sldMkLst>
        <pc:spChg chg="mod">
          <ac:chgData name="Rutvik Vagadia" userId="935868cb9daa75df" providerId="LiveId" clId="{96C60A08-DC40-4BF7-8163-C3E4F9BDE4E0}" dt="2021-12-30T18:51:24.905" v="1158" actId="1037"/>
          <ac:spMkLst>
            <pc:docMk/>
            <pc:sldMk cId="3817939871" sldId="274"/>
            <ac:spMk id="2" creationId="{F1BA8613-6396-48E3-A105-5B9181129EF5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1976746758" sldId="275"/>
        </pc:sldMkLst>
      </pc:sldChg>
      <pc:sldChg chg="modSp add del mod">
        <pc:chgData name="Rutvik Vagadia" userId="935868cb9daa75df" providerId="LiveId" clId="{96C60A08-DC40-4BF7-8163-C3E4F9BDE4E0}" dt="2021-12-30T18:55:43.294" v="1179" actId="2696"/>
        <pc:sldMkLst>
          <pc:docMk/>
          <pc:sldMk cId="3034035182" sldId="275"/>
        </pc:sldMkLst>
        <pc:spChg chg="mod">
          <ac:chgData name="Rutvik Vagadia" userId="935868cb9daa75df" providerId="LiveId" clId="{96C60A08-DC40-4BF7-8163-C3E4F9BDE4E0}" dt="2021-12-30T18:54:45.947" v="1178" actId="2711"/>
          <ac:spMkLst>
            <pc:docMk/>
            <pc:sldMk cId="3034035182" sldId="275"/>
            <ac:spMk id="2" creationId="{D1FAF779-EA4A-4018-877E-F90390FEE67E}"/>
          </ac:spMkLst>
        </pc:spChg>
      </pc:sldChg>
      <pc:sldChg chg="add del">
        <pc:chgData name="Rutvik Vagadia" userId="935868cb9daa75df" providerId="LiveId" clId="{96C60A08-DC40-4BF7-8163-C3E4F9BDE4E0}" dt="2021-12-30T18:41:12.939" v="1051" actId="2696"/>
        <pc:sldMkLst>
          <pc:docMk/>
          <pc:sldMk cId="1979277478" sldId="276"/>
        </pc:sldMkLst>
      </pc:sldChg>
      <pc:sldChg chg="modSp add mod">
        <pc:chgData name="Rutvik Vagadia" userId="935868cb9daa75df" providerId="LiveId" clId="{96C60A08-DC40-4BF7-8163-C3E4F9BDE4E0}" dt="2021-12-31T14:07:07.904" v="2405" actId="12"/>
        <pc:sldMkLst>
          <pc:docMk/>
          <pc:sldMk cId="3366566189" sldId="276"/>
        </pc:sldMkLst>
        <pc:spChg chg="mod">
          <ac:chgData name="Rutvik Vagadia" userId="935868cb9daa75df" providerId="LiveId" clId="{96C60A08-DC40-4BF7-8163-C3E4F9BDE4E0}" dt="2021-12-31T14:07:07.904" v="2405" actId="12"/>
          <ac:spMkLst>
            <pc:docMk/>
            <pc:sldMk cId="3366566189" sldId="276"/>
            <ac:spMk id="3" creationId="{2677C453-CC73-4858-BBDB-829B4C746AAF}"/>
          </ac:spMkLst>
        </pc:spChg>
      </pc:sldChg>
      <pc:sldChg chg="addSp delSp modSp new mod ord modClrScheme chgLayout">
        <pc:chgData name="Rutvik Vagadia" userId="935868cb9daa75df" providerId="LiveId" clId="{96C60A08-DC40-4BF7-8163-C3E4F9BDE4E0}" dt="2021-12-30T19:07:20.500" v="1474" actId="113"/>
        <pc:sldMkLst>
          <pc:docMk/>
          <pc:sldMk cId="381561221" sldId="277"/>
        </pc:sldMkLst>
        <pc:spChg chg="del">
          <ac:chgData name="Rutvik Vagadia" userId="935868cb9daa75df" providerId="LiveId" clId="{96C60A08-DC40-4BF7-8163-C3E4F9BDE4E0}" dt="2021-12-30T19:04:24.108" v="1259" actId="700"/>
          <ac:spMkLst>
            <pc:docMk/>
            <pc:sldMk cId="381561221" sldId="277"/>
            <ac:spMk id="2" creationId="{AD9E1B15-885F-43D8-9320-CB632753F4B7}"/>
          </ac:spMkLst>
        </pc:spChg>
        <pc:spChg chg="del">
          <ac:chgData name="Rutvik Vagadia" userId="935868cb9daa75df" providerId="LiveId" clId="{96C60A08-DC40-4BF7-8163-C3E4F9BDE4E0}" dt="2021-12-30T19:04:24.108" v="1259" actId="700"/>
          <ac:spMkLst>
            <pc:docMk/>
            <pc:sldMk cId="381561221" sldId="277"/>
            <ac:spMk id="3" creationId="{9A1DFBCD-B61E-4955-A973-2EC746542F76}"/>
          </ac:spMkLst>
        </pc:spChg>
        <pc:spChg chg="add mod">
          <ac:chgData name="Rutvik Vagadia" userId="935868cb9daa75df" providerId="LiveId" clId="{96C60A08-DC40-4BF7-8163-C3E4F9BDE4E0}" dt="2021-12-30T19:07:20.500" v="1474" actId="113"/>
          <ac:spMkLst>
            <pc:docMk/>
            <pc:sldMk cId="381561221" sldId="277"/>
            <ac:spMk id="4" creationId="{D9E0BC29-13A7-4194-8A15-604CFCE3B41B}"/>
          </ac:spMkLst>
        </pc:spChg>
      </pc:sldChg>
      <pc:sldChg chg="addSp delSp modSp new mod ord modClrScheme chgLayout">
        <pc:chgData name="Rutvik Vagadia" userId="935868cb9daa75df" providerId="LiveId" clId="{96C60A08-DC40-4BF7-8163-C3E4F9BDE4E0}" dt="2021-12-30T19:15:45.717" v="1693" actId="255"/>
        <pc:sldMkLst>
          <pc:docMk/>
          <pc:sldMk cId="1003091697" sldId="278"/>
        </pc:sldMkLst>
        <pc:spChg chg="add del mod">
          <ac:chgData name="Rutvik Vagadia" userId="935868cb9daa75df" providerId="LiveId" clId="{96C60A08-DC40-4BF7-8163-C3E4F9BDE4E0}" dt="2021-12-30T19:09:14.661" v="1592" actId="21"/>
          <ac:spMkLst>
            <pc:docMk/>
            <pc:sldMk cId="1003091697" sldId="278"/>
            <ac:spMk id="2" creationId="{092B91E0-BDBF-4FF2-A6BC-85EB9B1F45D8}"/>
          </ac:spMkLst>
        </pc:spChg>
        <pc:spChg chg="add mod ord">
          <ac:chgData name="Rutvik Vagadia" userId="935868cb9daa75df" providerId="LiveId" clId="{96C60A08-DC40-4BF7-8163-C3E4F9BDE4E0}" dt="2021-12-30T19:15:45.717" v="1693" actId="255"/>
          <ac:spMkLst>
            <pc:docMk/>
            <pc:sldMk cId="1003091697" sldId="278"/>
            <ac:spMk id="3" creationId="{EA7B2EE7-B887-409C-98C0-36A4AF5F8490}"/>
          </ac:spMkLst>
        </pc:spChg>
        <pc:spChg chg="add del mod ord">
          <ac:chgData name="Rutvik Vagadia" userId="935868cb9daa75df" providerId="LiveId" clId="{96C60A08-DC40-4BF7-8163-C3E4F9BDE4E0}" dt="2021-12-30T19:10:38.897" v="1662" actId="21"/>
          <ac:spMkLst>
            <pc:docMk/>
            <pc:sldMk cId="1003091697" sldId="278"/>
            <ac:spMk id="4" creationId="{0B4B43FA-D772-4BF1-B344-9B52F0AB5D3D}"/>
          </ac:spMkLst>
        </pc:spChg>
        <pc:spChg chg="add del mod">
          <ac:chgData name="Rutvik Vagadia" userId="935868cb9daa75df" providerId="LiveId" clId="{96C60A08-DC40-4BF7-8163-C3E4F9BDE4E0}" dt="2021-12-30T19:10:43.575" v="1663" actId="21"/>
          <ac:spMkLst>
            <pc:docMk/>
            <pc:sldMk cId="1003091697" sldId="278"/>
            <ac:spMk id="6" creationId="{D704B77F-36B8-4704-8AC7-A409A526E318}"/>
          </ac:spMkLst>
        </pc:spChg>
      </pc:sldChg>
      <pc:sldChg chg="add">
        <pc:chgData name="Rutvik Vagadia" userId="935868cb9daa75df" providerId="LiveId" clId="{96C60A08-DC40-4BF7-8163-C3E4F9BDE4E0}" dt="2021-12-30T19:46:53.908" v="1709"/>
        <pc:sldMkLst>
          <pc:docMk/>
          <pc:sldMk cId="2602525860" sldId="279"/>
        </pc:sldMkLst>
      </pc:sldChg>
      <pc:sldChg chg="modSp add del mod">
        <pc:chgData name="Rutvik Vagadia" userId="935868cb9daa75df" providerId="LiveId" clId="{96C60A08-DC40-4BF7-8163-C3E4F9BDE4E0}" dt="2021-12-31T14:49:57.728" v="2717" actId="2696"/>
        <pc:sldMkLst>
          <pc:docMk/>
          <pc:sldMk cId="2465375650" sldId="280"/>
        </pc:sldMkLst>
        <pc:spChg chg="mod">
          <ac:chgData name="Rutvik Vagadia" userId="935868cb9daa75df" providerId="LiveId" clId="{96C60A08-DC40-4BF7-8163-C3E4F9BDE4E0}" dt="2021-12-31T14:41:19.844" v="2538" actId="1076"/>
          <ac:spMkLst>
            <pc:docMk/>
            <pc:sldMk cId="2465375650" sldId="280"/>
            <ac:spMk id="2" creationId="{2506C49C-1CBB-4749-9FE5-2881FED94769}"/>
          </ac:spMkLst>
        </pc:spChg>
      </pc:sldChg>
      <pc:sldChg chg="modSp add del mod">
        <pc:chgData name="Rutvik Vagadia" userId="935868cb9daa75df" providerId="LiveId" clId="{96C60A08-DC40-4BF7-8163-C3E4F9BDE4E0}" dt="2021-12-31T14:38:46.268" v="2504" actId="2696"/>
        <pc:sldMkLst>
          <pc:docMk/>
          <pc:sldMk cId="2977515268" sldId="280"/>
        </pc:sldMkLst>
        <pc:spChg chg="mod">
          <ac:chgData name="Rutvik Vagadia" userId="935868cb9daa75df" providerId="LiveId" clId="{96C60A08-DC40-4BF7-8163-C3E4F9BDE4E0}" dt="2021-12-31T10:47:17.032" v="2317" actId="2711"/>
          <ac:spMkLst>
            <pc:docMk/>
            <pc:sldMk cId="2977515268" sldId="280"/>
            <ac:spMk id="2" creationId="{2506C49C-1CBB-4749-9FE5-2881FED94769}"/>
          </ac:spMkLst>
        </pc:spChg>
      </pc:sldChg>
      <pc:sldChg chg="addSp modSp new">
        <pc:chgData name="Rutvik Vagadia" userId="935868cb9daa75df" providerId="LiveId" clId="{96C60A08-DC40-4BF7-8163-C3E4F9BDE4E0}" dt="2021-12-30T19:48:09.631" v="1716" actId="14100"/>
        <pc:sldMkLst>
          <pc:docMk/>
          <pc:sldMk cId="2602653336" sldId="281"/>
        </pc:sldMkLst>
        <pc:picChg chg="add mod">
          <ac:chgData name="Rutvik Vagadia" userId="935868cb9daa75df" providerId="LiveId" clId="{96C60A08-DC40-4BF7-8163-C3E4F9BDE4E0}" dt="2021-12-30T19:48:09.631" v="1716" actId="14100"/>
          <ac:picMkLst>
            <pc:docMk/>
            <pc:sldMk cId="2602653336" sldId="281"/>
            <ac:picMk id="3074" creationId="{71CF5DBF-B5BD-46F2-9FCD-6F5DB1515625}"/>
          </ac:picMkLst>
        </pc:picChg>
      </pc:sldChg>
      <pc:sldChg chg="addSp modSp new mod modClrScheme chgLayout">
        <pc:chgData name="Rutvik Vagadia" userId="935868cb9daa75df" providerId="LiveId" clId="{96C60A08-DC40-4BF7-8163-C3E4F9BDE4E0}" dt="2021-12-31T10:28:41.522" v="1910" actId="27636"/>
        <pc:sldMkLst>
          <pc:docMk/>
          <pc:sldMk cId="2101787239" sldId="282"/>
        </pc:sldMkLst>
        <pc:spChg chg="add mod">
          <ac:chgData name="Rutvik Vagadia" userId="935868cb9daa75df" providerId="LiveId" clId="{96C60A08-DC40-4BF7-8163-C3E4F9BDE4E0}" dt="2021-12-31T10:28:27.906" v="1908" actId="2711"/>
          <ac:spMkLst>
            <pc:docMk/>
            <pc:sldMk cId="2101787239" sldId="282"/>
            <ac:spMk id="2" creationId="{58965CA6-942E-4552-B93C-3B5271061713}"/>
          </ac:spMkLst>
        </pc:spChg>
        <pc:spChg chg="add mod">
          <ac:chgData name="Rutvik Vagadia" userId="935868cb9daa75df" providerId="LiveId" clId="{96C60A08-DC40-4BF7-8163-C3E4F9BDE4E0}" dt="2021-12-31T10:28:41.522" v="1910" actId="27636"/>
          <ac:spMkLst>
            <pc:docMk/>
            <pc:sldMk cId="2101787239" sldId="282"/>
            <ac:spMk id="3" creationId="{301F8B30-7EE2-458F-B0B9-7594E9774BD9}"/>
          </ac:spMkLst>
        </pc:spChg>
      </pc:sldChg>
      <pc:sldChg chg="add del">
        <pc:chgData name="Rutvik Vagadia" userId="935868cb9daa75df" providerId="LiveId" clId="{96C60A08-DC40-4BF7-8163-C3E4F9BDE4E0}" dt="2021-12-30T19:47:40.648" v="1712"/>
        <pc:sldMkLst>
          <pc:docMk/>
          <pc:sldMk cId="3950485362" sldId="282"/>
        </pc:sldMkLst>
      </pc:sldChg>
      <pc:sldChg chg="modSp new del mod">
        <pc:chgData name="Rutvik Vagadia" userId="935868cb9daa75df" providerId="LiveId" clId="{96C60A08-DC40-4BF7-8163-C3E4F9BDE4E0}" dt="2021-12-31T10:33:39.740" v="1992" actId="2696"/>
        <pc:sldMkLst>
          <pc:docMk/>
          <pc:sldMk cId="3194244215" sldId="283"/>
        </pc:sldMkLst>
        <pc:spChg chg="mod">
          <ac:chgData name="Rutvik Vagadia" userId="935868cb9daa75df" providerId="LiveId" clId="{96C60A08-DC40-4BF7-8163-C3E4F9BDE4E0}" dt="2021-12-31T10:29:24.199" v="1920" actId="14100"/>
          <ac:spMkLst>
            <pc:docMk/>
            <pc:sldMk cId="3194244215" sldId="283"/>
            <ac:spMk id="2" creationId="{8E61BD5B-548F-4EFE-B968-B9F422437D9D}"/>
          </ac:spMkLst>
        </pc:spChg>
        <pc:spChg chg="mod">
          <ac:chgData name="Rutvik Vagadia" userId="935868cb9daa75df" providerId="LiveId" clId="{96C60A08-DC40-4BF7-8163-C3E4F9BDE4E0}" dt="2021-12-31T10:30:31.979" v="1933" actId="20577"/>
          <ac:spMkLst>
            <pc:docMk/>
            <pc:sldMk cId="3194244215" sldId="283"/>
            <ac:spMk id="3" creationId="{0DA153B5-3901-403D-BE5E-08CB1C5D0E50}"/>
          </ac:spMkLst>
        </pc:spChg>
      </pc:sldChg>
      <pc:sldChg chg="add del">
        <pc:chgData name="Rutvik Vagadia" userId="935868cb9daa75df" providerId="LiveId" clId="{96C60A08-DC40-4BF7-8163-C3E4F9BDE4E0}" dt="2021-12-30T19:47:40.648" v="1712"/>
        <pc:sldMkLst>
          <pc:docMk/>
          <pc:sldMk cId="3873372533" sldId="283"/>
        </pc:sldMkLst>
      </pc:sldChg>
      <pc:sldChg chg="addSp delSp modSp new mod">
        <pc:chgData name="Rutvik Vagadia" userId="935868cb9daa75df" providerId="LiveId" clId="{96C60A08-DC40-4BF7-8163-C3E4F9BDE4E0}" dt="2021-12-31T10:33:32.655" v="1991" actId="255"/>
        <pc:sldMkLst>
          <pc:docMk/>
          <pc:sldMk cId="1532131336" sldId="284"/>
        </pc:sldMkLst>
        <pc:spChg chg="add del mod">
          <ac:chgData name="Rutvik Vagadia" userId="935868cb9daa75df" providerId="LiveId" clId="{96C60A08-DC40-4BF7-8163-C3E4F9BDE4E0}" dt="2021-12-31T10:31:43.601" v="1938"/>
          <ac:spMkLst>
            <pc:docMk/>
            <pc:sldMk cId="1532131336" sldId="284"/>
            <ac:spMk id="2" creationId="{FB078AF6-CDA0-4AB6-8285-D8689E1582A6}"/>
          </ac:spMkLst>
        </pc:spChg>
        <pc:spChg chg="add mod">
          <ac:chgData name="Rutvik Vagadia" userId="935868cb9daa75df" providerId="LiveId" clId="{96C60A08-DC40-4BF7-8163-C3E4F9BDE4E0}" dt="2021-12-31T10:33:32.655" v="1991" actId="255"/>
          <ac:spMkLst>
            <pc:docMk/>
            <pc:sldMk cId="1532131336" sldId="284"/>
            <ac:spMk id="3" creationId="{2EB90152-2EF4-4140-AD5A-9689B5E2C3C9}"/>
          </ac:spMkLst>
        </pc:spChg>
      </pc:sldChg>
      <pc:sldChg chg="add del">
        <pc:chgData name="Rutvik Vagadia" userId="935868cb9daa75df" providerId="LiveId" clId="{96C60A08-DC40-4BF7-8163-C3E4F9BDE4E0}" dt="2021-12-30T19:47:40.648" v="1712"/>
        <pc:sldMkLst>
          <pc:docMk/>
          <pc:sldMk cId="2210280842" sldId="284"/>
        </pc:sldMkLst>
      </pc:sldChg>
      <pc:sldChg chg="addSp delSp modSp new del mod">
        <pc:chgData name="Rutvik Vagadia" userId="935868cb9daa75df" providerId="LiveId" clId="{96C60A08-DC40-4BF7-8163-C3E4F9BDE4E0}" dt="2021-12-31T14:43:07.398" v="2564" actId="680"/>
        <pc:sldMkLst>
          <pc:docMk/>
          <pc:sldMk cId="255185085" sldId="285"/>
        </pc:sldMkLst>
        <pc:spChg chg="add del mod">
          <ac:chgData name="Rutvik Vagadia" userId="935868cb9daa75df" providerId="LiveId" clId="{96C60A08-DC40-4BF7-8163-C3E4F9BDE4E0}" dt="2021-12-31T14:43:07.128" v="2563" actId="14100"/>
          <ac:spMkLst>
            <pc:docMk/>
            <pc:sldMk cId="255185085" sldId="285"/>
            <ac:spMk id="2" creationId="{983AA772-4446-46B5-98B0-0445515DA487}"/>
          </ac:spMkLst>
        </pc:spChg>
        <pc:spChg chg="add del mod">
          <ac:chgData name="Rutvik Vagadia" userId="935868cb9daa75df" providerId="LiveId" clId="{96C60A08-DC40-4BF7-8163-C3E4F9BDE4E0}" dt="2021-12-31T14:43:06.601" v="2561" actId="1076"/>
          <ac:spMkLst>
            <pc:docMk/>
            <pc:sldMk cId="255185085" sldId="285"/>
            <ac:spMk id="3" creationId="{15D2B80C-B1C7-4BB2-A93F-FB579FE72533}"/>
          </ac:spMkLst>
        </pc:spChg>
        <pc:spChg chg="add del mod">
          <ac:chgData name="Rutvik Vagadia" userId="935868cb9daa75df" providerId="LiveId" clId="{96C60A08-DC40-4BF7-8163-C3E4F9BDE4E0}" dt="2021-12-31T14:43:03.834" v="2556"/>
          <ac:spMkLst>
            <pc:docMk/>
            <pc:sldMk cId="255185085" sldId="285"/>
            <ac:spMk id="4" creationId="{B02FEF44-C8D0-43BF-A254-B81C961A9E7E}"/>
          </ac:spMkLst>
        </pc:spChg>
        <pc:spChg chg="add del mod">
          <ac:chgData name="Rutvik Vagadia" userId="935868cb9daa75df" providerId="LiveId" clId="{96C60A08-DC40-4BF7-8163-C3E4F9BDE4E0}" dt="2021-12-31T14:43:03.401" v="2554"/>
          <ac:spMkLst>
            <pc:docMk/>
            <pc:sldMk cId="255185085" sldId="285"/>
            <ac:spMk id="5" creationId="{B425BD94-ADF7-4876-B9DF-E5C2847ED829}"/>
          </ac:spMkLst>
        </pc:spChg>
      </pc:sldChg>
      <pc:sldChg chg="addSp delSp modSp new del mod">
        <pc:chgData name="Rutvik Vagadia" userId="935868cb9daa75df" providerId="LiveId" clId="{96C60A08-DC40-4BF7-8163-C3E4F9BDE4E0}" dt="2021-12-31T14:40:14.669" v="2535" actId="2696"/>
        <pc:sldMkLst>
          <pc:docMk/>
          <pc:sldMk cId="3346671719" sldId="285"/>
        </pc:sldMkLst>
        <pc:spChg chg="add del mod">
          <ac:chgData name="Rutvik Vagadia" userId="935868cb9daa75df" providerId="LiveId" clId="{96C60A08-DC40-4BF7-8163-C3E4F9BDE4E0}" dt="2021-12-31T14:39:07.276" v="2509"/>
          <ac:spMkLst>
            <pc:docMk/>
            <pc:sldMk cId="3346671719" sldId="285"/>
            <ac:spMk id="2" creationId="{3895A0DC-0E2E-489B-BBAE-53B5ED26C2FE}"/>
          </ac:spMkLst>
        </pc:spChg>
      </pc:sldChg>
      <pc:sldChg chg="addSp delSp modSp new mod modClrScheme chgLayout">
        <pc:chgData name="Rutvik Vagadia" userId="935868cb9daa75df" providerId="LiveId" clId="{96C60A08-DC40-4BF7-8163-C3E4F9BDE4E0}" dt="2021-12-31T14:50:59.353" v="2722" actId="313"/>
        <pc:sldMkLst>
          <pc:docMk/>
          <pc:sldMk cId="3360607194" sldId="285"/>
        </pc:sldMkLst>
        <pc:spChg chg="add del mod">
          <ac:chgData name="Rutvik Vagadia" userId="935868cb9daa75df" providerId="LiveId" clId="{96C60A08-DC40-4BF7-8163-C3E4F9BDE4E0}" dt="2021-12-31T14:44:59.655" v="2578" actId="21"/>
          <ac:spMkLst>
            <pc:docMk/>
            <pc:sldMk cId="3360607194" sldId="285"/>
            <ac:spMk id="2" creationId="{4EBB4BFD-5BB3-43E5-9BD0-72CD14601A63}"/>
          </ac:spMkLst>
        </pc:spChg>
        <pc:spChg chg="add del mod">
          <ac:chgData name="Rutvik Vagadia" userId="935868cb9daa75df" providerId="LiveId" clId="{96C60A08-DC40-4BF7-8163-C3E4F9BDE4E0}" dt="2021-12-31T14:50:59.353" v="2722" actId="313"/>
          <ac:spMkLst>
            <pc:docMk/>
            <pc:sldMk cId="3360607194" sldId="285"/>
            <ac:spMk id="3" creationId="{790A841E-90C2-4992-8BB8-12EC8666DB8F}"/>
          </ac:spMkLst>
        </pc:spChg>
        <pc:spChg chg="add del mod">
          <ac:chgData name="Rutvik Vagadia" userId="935868cb9daa75df" providerId="LiveId" clId="{96C60A08-DC40-4BF7-8163-C3E4F9BDE4E0}" dt="2021-12-31T14:44:42.758" v="2572"/>
          <ac:spMkLst>
            <pc:docMk/>
            <pc:sldMk cId="3360607194" sldId="285"/>
            <ac:spMk id="4" creationId="{4B6A7513-F01E-4B4B-8149-C3AF40C334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3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8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78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2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4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31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0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8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86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42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43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902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71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00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03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15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96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27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17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747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56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69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B4BF1BD-2E0D-41B5-BCEE-404F1FFA8B32}" type="datetimeFigureOut">
              <a:rPr lang="en-IN" smtClean="0"/>
              <a:t>31-12-2021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2B5B9CC-3830-4FFF-9E6D-724CE178C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1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7B2EE7-B887-409C-98C0-36A4AF5F8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46847" y="888826"/>
            <a:ext cx="12192000" cy="432174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Candara" panose="020E0502030303020204" pitchFamily="34" charset="0"/>
              </a:rPr>
              <a:t>OVERVIEW OF </a:t>
            </a:r>
            <a:br>
              <a:rPr lang="en-US" sz="4400" b="1" dirty="0">
                <a:latin typeface="Candara" panose="020E0502030303020204" pitchFamily="34" charset="0"/>
              </a:rPr>
            </a:br>
            <a:r>
              <a:rPr lang="en-US" sz="4400" b="1" dirty="0">
                <a:latin typeface="Candara" panose="020E0502030303020204" pitchFamily="34" charset="0"/>
              </a:rPr>
              <a:t>		MICROSOFT EXCEL &amp; </a:t>
            </a:r>
            <a:br>
              <a:rPr lang="en-US" sz="4400" b="1" dirty="0">
                <a:latin typeface="Candara" panose="020E0502030303020204" pitchFamily="34" charset="0"/>
              </a:rPr>
            </a:br>
            <a:r>
              <a:rPr lang="en-US" sz="4400" b="1" dirty="0">
                <a:latin typeface="Candara" panose="020E0502030303020204" pitchFamily="34" charset="0"/>
              </a:rPr>
              <a:t>				 PROGRAMMING LANGUAGES</a:t>
            </a:r>
            <a:br>
              <a:rPr lang="en-IN" sz="3600" b="1" dirty="0"/>
            </a:b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00309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E0BC29-13A7-4194-8A15-604CFCE3B41B}"/>
              </a:ext>
            </a:extLst>
          </p:cNvPr>
          <p:cNvSpPr txBox="1"/>
          <p:nvPr/>
        </p:nvSpPr>
        <p:spPr>
          <a:xfrm>
            <a:off x="1054155" y="1213822"/>
            <a:ext cx="74533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CONTENTS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Fundamentals of Excel</a:t>
            </a:r>
          </a:p>
          <a:p>
            <a:pPr lvl="1"/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Fundamentals of R Programming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Fundamentals of Python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Brief about Nielsen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56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9020-B6BF-47EA-80DA-0D69D8D72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82" y="891009"/>
            <a:ext cx="7144871" cy="535531"/>
          </a:xfr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3200" b="1" dirty="0">
                <a:latin typeface="+mn-lt"/>
                <a:ea typeface="+mn-ea"/>
                <a:cs typeface="+mn-cs"/>
              </a:rPr>
              <a:t>Introduction to Excel</a:t>
            </a:r>
            <a:endParaRPr lang="en-IN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91836-BED3-4AF1-A105-49BFDC470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3435" y="1686519"/>
            <a:ext cx="12192000" cy="5825908"/>
          </a:xfrm>
        </p:spPr>
        <p:txBody>
          <a:bodyPr>
            <a:normAutofit/>
          </a:bodyPr>
          <a:lstStyle/>
          <a:p>
            <a:pPr algn="just"/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rgbClr val="222222"/>
                </a:solidFill>
                <a:effectLst/>
              </a:rPr>
              <a:t>Microsoft Excel</a:t>
            </a:r>
            <a:r>
              <a:rPr lang="en-IN" sz="2400" b="0" i="0" dirty="0">
                <a:solidFill>
                  <a:srgbClr val="222222"/>
                </a:solidFill>
                <a:effectLst/>
              </a:rPr>
              <a:t> is a spreadsheet program used to record and analyse numerical and statistical data.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222222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600" b="0" i="0" dirty="0">
                <a:solidFill>
                  <a:srgbClr val="222222"/>
                </a:solidFill>
                <a:effectLst/>
              </a:rPr>
              <a:t>Microsoft Excel provides multiple features to perform various operations like calculations, pivot tables, graph tools, macro programming, etc.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IN" sz="2600" dirty="0">
              <a:solidFill>
                <a:srgbClr val="222222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222222"/>
                </a:solidFill>
                <a:effectLst/>
              </a:rPr>
              <a:t>A Excel spreadsheet can be understood as a collection of columns and rows that form a table.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222222"/>
              </a:solidFill>
              <a:effectLst/>
            </a:endParaRPr>
          </a:p>
          <a:p>
            <a:pPr algn="just"/>
            <a:endParaRPr lang="en-US" sz="2000" b="0" i="0" dirty="0">
              <a:solidFill>
                <a:srgbClr val="2222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67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C7EB-9ECB-435E-A15C-4D69CD43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29" y="607859"/>
            <a:ext cx="6312977" cy="535531"/>
          </a:xfr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+mn-lt"/>
                <a:ea typeface="+mn-ea"/>
                <a:cs typeface="+mn-cs"/>
              </a:rPr>
              <a:t>Basic Tools of Excel</a:t>
            </a:r>
            <a:endParaRPr lang="en-IN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E792E-59FF-4CF0-B4B2-E5CBB6D7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1929" y="1484049"/>
            <a:ext cx="7628141" cy="597458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</a:rPr>
              <a:t>V-lookup (Vertical lookup)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H-lookup (Horizontal lookup)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Pivots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Graphical Representation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Text to columns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Concatenate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Filter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Remove Duplicates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Conditional Formatting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</a:rPr>
              <a:t>Data Analysis tool pack and many more…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20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A6259D-DF09-48E1-849B-ED9B969B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5719"/>
            <a:ext cx="5995987" cy="56067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VLOOKUP</a:t>
            </a:r>
            <a:endParaRPr lang="en-IN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CFA8C-5C3A-4E09-B2F6-145105313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770021"/>
            <a:ext cx="6160676" cy="6087979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</a:rPr>
              <a:t>VLOOKUP formula performs a vertical lookup by searching for a value in the first column of a </a:t>
            </a:r>
            <a:r>
              <a:rPr lang="en-US" sz="1800" b="0" dirty="0">
                <a:solidFill>
                  <a:srgbClr val="000000"/>
                </a:solidFill>
                <a:effectLst/>
              </a:rPr>
              <a:t>table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 and returning the value in the same row in the </a:t>
            </a:r>
            <a:r>
              <a:rPr lang="en-US" sz="1800" b="0" dirty="0">
                <a:solidFill>
                  <a:srgbClr val="000000"/>
                </a:solidFill>
                <a:effectLst/>
              </a:rPr>
              <a:t>index number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 position.</a:t>
            </a:r>
            <a:endParaRPr lang="en-IN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7650FE-1A32-4AB8-8AC8-C852DEA86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42461"/>
            <a:ext cx="6096000" cy="56067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HLOOKUP</a:t>
            </a:r>
            <a:endParaRPr lang="en-IN" sz="32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C3D599-B1E9-4998-9493-7F98BB5C4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770020"/>
            <a:ext cx="6019800" cy="6087979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</a:rPr>
              <a:t>HLOOKUP formula performs a horizontal lookup by searching for a value in the top row of the </a:t>
            </a:r>
            <a:r>
              <a:rPr lang="en-US" sz="1800" b="0" dirty="0">
                <a:solidFill>
                  <a:srgbClr val="000000"/>
                </a:solidFill>
                <a:effectLst/>
              </a:rPr>
              <a:t>table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 and returning the value in the same column based on the </a:t>
            </a:r>
            <a:r>
              <a:rPr lang="en-US" sz="1800" b="0" dirty="0">
                <a:solidFill>
                  <a:srgbClr val="000000"/>
                </a:solidFill>
                <a:effectLst/>
              </a:rPr>
              <a:t>index number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.</a:t>
            </a:r>
            <a:endParaRPr lang="en-IN" sz="1800" dirty="0"/>
          </a:p>
        </p:txBody>
      </p:sp>
      <p:pic>
        <p:nvPicPr>
          <p:cNvPr id="1026" name="Picture 2" descr="VLOOKUP Formula Example">
            <a:extLst>
              <a:ext uri="{FF2B5EF4-FFF2-40B4-BE49-F238E27FC236}">
                <a16:creationId xmlns:a16="http://schemas.microsoft.com/office/drawing/2014/main" id="{39594A94-87B5-4A98-9E44-E7141F76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9356"/>
            <a:ext cx="6160676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LOOKUP Formula Example">
            <a:extLst>
              <a:ext uri="{FF2B5EF4-FFF2-40B4-BE49-F238E27FC236}">
                <a16:creationId xmlns:a16="http://schemas.microsoft.com/office/drawing/2014/main" id="{B9280349-D60C-4AAE-B214-B796169E0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676" y="2459356"/>
            <a:ext cx="601980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71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643195-670E-4826-9933-67FCA3D9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9" y="9625"/>
            <a:ext cx="12124622" cy="6848375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Pivots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E1E1E"/>
                </a:solidFill>
                <a:effectLst/>
              </a:rPr>
              <a:t>PivotTable to summarize, analyze, explore, and present summary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E1E1E"/>
                </a:solidFill>
                <a:effectLst/>
              </a:rPr>
              <a:t> PivotCharts complement PivotTables by adding visualizations to the summary data in a PivotTable, and allow you to easily see comparisons, patterns, and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E1E1E"/>
                </a:solidFill>
                <a:effectLst/>
              </a:rPr>
              <a:t>Both PivotTables and PivotCharts enable you to make informed decisions about critical data in your enterprise.</a:t>
            </a:r>
          </a:p>
          <a:p>
            <a:pPr algn="just"/>
            <a:endParaRPr lang="en-US" sz="1800" b="0" i="0" dirty="0">
              <a:solidFill>
                <a:srgbClr val="1E1E1E"/>
              </a:solidFill>
              <a:effectLst/>
            </a:endParaRPr>
          </a:p>
          <a:p>
            <a:pPr algn="just"/>
            <a:r>
              <a:rPr lang="en-US" sz="2800" b="1" dirty="0"/>
              <a:t>Graphical Representation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In Microsoft Excel, </a:t>
            </a:r>
            <a:r>
              <a:rPr lang="en-US" sz="1800" i="0" dirty="0">
                <a:effectLst/>
              </a:rPr>
              <a:t>charts </a:t>
            </a:r>
            <a:r>
              <a:rPr lang="en-US" sz="1800" b="0" i="0" dirty="0">
                <a:effectLst/>
              </a:rPr>
              <a:t>are used to make a graphical representation of any set of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 chart is a visual representation of data, in which the data is represented by symbols such as bars in a bar chart or lines in a line chart.</a:t>
            </a:r>
          </a:p>
          <a:p>
            <a:pPr algn="just"/>
            <a:endParaRPr lang="en-US" sz="1800" b="0" i="0" dirty="0">
              <a:effectLst/>
            </a:endParaRPr>
          </a:p>
          <a:p>
            <a:pPr algn="just"/>
            <a:r>
              <a:rPr lang="en-US" sz="2800" b="1" dirty="0"/>
              <a:t>Concatenate :</a:t>
            </a:r>
            <a:endParaRPr lang="en-US" sz="1800" b="1" dirty="0"/>
          </a:p>
          <a:p>
            <a:pPr algn="just"/>
            <a:endParaRPr lang="en-US" sz="1800" dirty="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pic>
        <p:nvPicPr>
          <p:cNvPr id="1028" name="Picture 4" descr="How to reverse the text to column function in Excel?">
            <a:extLst>
              <a:ext uri="{FF2B5EF4-FFF2-40B4-BE49-F238E27FC236}">
                <a16:creationId xmlns:a16="http://schemas.microsoft.com/office/drawing/2014/main" id="{33288B10-6849-4661-8415-6ABB66FBD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31" y="4585785"/>
            <a:ext cx="5082138" cy="197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reverse the text to column function in Excel?">
            <a:extLst>
              <a:ext uri="{FF2B5EF4-FFF2-40B4-BE49-F238E27FC236}">
                <a16:creationId xmlns:a16="http://schemas.microsoft.com/office/drawing/2014/main" id="{8601B65B-9CBB-4C79-BB4D-DA3F1899D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867" y="4588190"/>
            <a:ext cx="5082138" cy="197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58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9039-5606-4017-9A9A-04F093DE2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3471"/>
            <a:ext cx="91440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76089-FC0A-4CB4-A65E-ABBFF4DE9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l"/>
            <a:endParaRPr lang="en-US" sz="3200" b="1" dirty="0"/>
          </a:p>
          <a:p>
            <a:pPr algn="l"/>
            <a:r>
              <a:rPr lang="en-US" sz="3200" b="1" dirty="0"/>
              <a:t>	Text To Column :</a:t>
            </a:r>
          </a:p>
          <a:p>
            <a:pPr algn="l"/>
            <a:endParaRPr lang="en-IN" sz="2000" b="1" dirty="0"/>
          </a:p>
        </p:txBody>
      </p:sp>
      <p:pic>
        <p:nvPicPr>
          <p:cNvPr id="2050" name="Picture 2" descr="Excel's Text to Columns feature">
            <a:extLst>
              <a:ext uri="{FF2B5EF4-FFF2-40B4-BE49-F238E27FC236}">
                <a16:creationId xmlns:a16="http://schemas.microsoft.com/office/drawing/2014/main" id="{429F7669-919C-42C2-85DA-01D0EDFC6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1428975"/>
            <a:ext cx="8739939" cy="44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45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3DB015-A5BF-43C5-9EA1-53391911EA64}"/>
              </a:ext>
            </a:extLst>
          </p:cNvPr>
          <p:cNvSpPr txBox="1"/>
          <p:nvPr/>
        </p:nvSpPr>
        <p:spPr>
          <a:xfrm>
            <a:off x="378593" y="458956"/>
            <a:ext cx="1143481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Condition Formatting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Conditional formatting is a feature in many spreadsheet applications that </a:t>
            </a:r>
            <a:r>
              <a:rPr lang="en-US" sz="2000" i="0" dirty="0">
                <a:effectLst/>
              </a:rPr>
              <a:t>allows you to apply specific formatting to cells that meet certain criteria.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It is most often used as color-based formatting to highlight, emphasize, or differentiate among data and information stored in a spreadsheet</a:t>
            </a:r>
          </a:p>
          <a:p>
            <a:pPr algn="just"/>
            <a:endParaRPr lang="en-US" sz="3200" b="1" dirty="0"/>
          </a:p>
          <a:p>
            <a:pPr algn="just"/>
            <a:r>
              <a:rPr lang="en-US" sz="3200" b="1" dirty="0"/>
              <a:t>Remove Duplicate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Select the range of cells that has duplicate values you want to remove. Tip: Remove any outlines or subtotals from your data before trying to remove duplicates.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Click Data &gt; Remove Duplicates, and then Under Columns, check or uncheck the columns where you want to remove the duplicates. ...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Click OK.</a:t>
            </a:r>
          </a:p>
          <a:p>
            <a:pPr algn="l"/>
            <a:endParaRPr lang="en-US" sz="3200" b="1" dirty="0"/>
          </a:p>
          <a:p>
            <a:pPr algn="l"/>
            <a:r>
              <a:rPr lang="en-US" sz="3200" b="1" i="0" dirty="0">
                <a:effectLst/>
              </a:rPr>
              <a:t>Data Analysis Tool Pack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It is used to obtain regression model, correlation, covariance and many more…..</a:t>
            </a:r>
          </a:p>
          <a:p>
            <a:pPr algn="l"/>
            <a:endParaRPr lang="en-US" sz="2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00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6E4D67-A25E-43C6-BFD4-C92E6E9D8A7E}"/>
              </a:ext>
            </a:extLst>
          </p:cNvPr>
          <p:cNvSpPr txBox="1"/>
          <p:nvPr/>
        </p:nvSpPr>
        <p:spPr>
          <a:xfrm>
            <a:off x="273423" y="520511"/>
            <a:ext cx="1164515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/>
              <a:t>What is R Programming language </a:t>
            </a:r>
          </a:p>
          <a:p>
            <a:endParaRPr lang="en-IN" sz="2800" b="1" u="sng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R is a software environment and statistical programming language  built for statistical computing and data visualization.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Developed by Ross Ihaka and Robert Gentleman.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Used in Data Analytics and Business Analytics.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R’s numerous abilities to tend to fall into three broad categories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Manipulating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Statistical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Arial" panose="020B0604020202020204" pitchFamily="34" charset="0"/>
              </a:rPr>
              <a:t>Visualizing data</a:t>
            </a:r>
          </a:p>
          <a:p>
            <a:endParaRPr lang="en-US" sz="1600" u="sng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600" u="sng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ABC21-FE4A-4C15-A03B-7C7C1A15E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423" y="3990144"/>
            <a:ext cx="4787152" cy="321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9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0A63689-D7E9-4EF8-85B3-7820FC677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22630"/>
              </p:ext>
            </p:extLst>
          </p:nvPr>
        </p:nvGraphicFramePr>
        <p:xfrm>
          <a:off x="0" y="709251"/>
          <a:ext cx="12192000" cy="60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21435907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838366157"/>
                    </a:ext>
                  </a:extLst>
                </a:gridCol>
              </a:tblGrid>
              <a:tr h="5911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579838"/>
                  </a:ext>
                </a:extLst>
              </a:tr>
              <a:tr h="1034481">
                <a:tc>
                  <a:txBody>
                    <a:bodyPr/>
                    <a:lstStyle/>
                    <a:p>
                      <a:r>
                        <a:rPr lang="en-IN" dirty="0"/>
                        <a:t>R is mainly used for statistical analysis and graphical representation.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is used as a general purpose language for development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776272"/>
                  </a:ext>
                </a:extLst>
              </a:tr>
              <a:tr h="1034481">
                <a:tc>
                  <a:txBody>
                    <a:bodyPr/>
                    <a:lstStyle/>
                    <a:p>
                      <a:r>
                        <a:rPr lang="en-IN" dirty="0"/>
                        <a:t>R has visualization library like ggplot2,plotly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has visualization libraries like matplotlib , seaborn and bokeh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040697"/>
                  </a:ext>
                </a:extLst>
              </a:tr>
              <a:tr h="591132">
                <a:tc>
                  <a:txBody>
                    <a:bodyPr/>
                    <a:lstStyle/>
                    <a:p>
                      <a:r>
                        <a:rPr lang="en-IN" dirty="0"/>
                        <a:t>Lower speed than Python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is faster than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576356"/>
                  </a:ext>
                </a:extLst>
              </a:tr>
              <a:tr h="591132">
                <a:tc>
                  <a:txBody>
                    <a:bodyPr/>
                    <a:lstStyle/>
                    <a:p>
                      <a:r>
                        <a:rPr lang="en-IN" dirty="0"/>
                        <a:t>It is less popular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has more popularity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61124"/>
                  </a:ext>
                </a:extLst>
              </a:tr>
              <a:tr h="591132">
                <a:tc>
                  <a:txBody>
                    <a:bodyPr/>
                    <a:lstStyle/>
                    <a:p>
                      <a:r>
                        <a:rPr lang="en-IN" dirty="0"/>
                        <a:t>R is better used for data visualization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is better for deep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732836"/>
                  </a:ext>
                </a:extLst>
              </a:tr>
              <a:tr h="1034481">
                <a:tc>
                  <a:txBody>
                    <a:bodyPr/>
                    <a:lstStyle/>
                    <a:p>
                      <a:r>
                        <a:rPr lang="en-IN" dirty="0"/>
                        <a:t>RStudio is IDE for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Jupyter notebook , Spyder ,</a:t>
                      </a:r>
                      <a:r>
                        <a:rPr lang="en-IN" dirty="0" err="1"/>
                        <a:t>Pycharm</a:t>
                      </a:r>
                      <a:r>
                        <a:rPr lang="en-IN" dirty="0"/>
                        <a:t> etc. are IDE for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939853"/>
                  </a:ext>
                </a:extLst>
              </a:tr>
              <a:tr h="591132">
                <a:tc>
                  <a:txBody>
                    <a:bodyPr/>
                    <a:lstStyle/>
                    <a:p>
                      <a:r>
                        <a:rPr lang="en-IN" dirty="0"/>
                        <a:t>Code is not easily Readable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 is more readable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9639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00ADD9-9ED3-4F05-9733-FF455571EB1B}"/>
              </a:ext>
            </a:extLst>
          </p:cNvPr>
          <p:cNvSpPr txBox="1"/>
          <p:nvPr/>
        </p:nvSpPr>
        <p:spPr>
          <a:xfrm>
            <a:off x="8965" y="2242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Key Difference between R and  Python</a:t>
            </a:r>
          </a:p>
        </p:txBody>
      </p:sp>
    </p:spTree>
    <p:extLst>
      <p:ext uri="{BB962C8B-B14F-4D97-AF65-F5344CB8AC3E}">
        <p14:creationId xmlns:p14="http://schemas.microsoft.com/office/powerpoint/2010/main" val="285229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BA14-1ACE-4083-95D3-B32C87A28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4" y="604711"/>
            <a:ext cx="9144000" cy="646331"/>
          </a:xfr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4000" b="1" dirty="0">
                <a:latin typeface="+mn-lt"/>
                <a:ea typeface="+mn-ea"/>
                <a:cs typeface="+mn-cs"/>
              </a:rPr>
              <a:t>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BD1CA-D1DA-4F04-8230-A2DB9B0CF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067" y="1758873"/>
            <a:ext cx="1936376" cy="4572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Vector</a:t>
            </a:r>
          </a:p>
          <a:p>
            <a:pPr algn="l"/>
            <a:endParaRPr lang="en-IN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DD96C-0587-4F1B-9483-8C95D5F81984}"/>
              </a:ext>
            </a:extLst>
          </p:cNvPr>
          <p:cNvSpPr txBox="1"/>
          <p:nvPr/>
        </p:nvSpPr>
        <p:spPr>
          <a:xfrm>
            <a:off x="510983" y="2495295"/>
            <a:ext cx="31354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x = c(2,"hi",2.3,T)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[1] "2"    "hi"   "2.3"  "TRUE"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E95A3CC-7AE3-4396-929F-E4914AEB00B2}"/>
              </a:ext>
            </a:extLst>
          </p:cNvPr>
          <p:cNvSpPr txBox="1">
            <a:spLocks/>
          </p:cNvSpPr>
          <p:nvPr/>
        </p:nvSpPr>
        <p:spPr>
          <a:xfrm>
            <a:off x="3556427" y="1758873"/>
            <a:ext cx="4742332" cy="432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9D3C08-612D-48F1-A191-22C1920E72C9}"/>
              </a:ext>
            </a:extLst>
          </p:cNvPr>
          <p:cNvSpPr txBox="1"/>
          <p:nvPr/>
        </p:nvSpPr>
        <p:spPr>
          <a:xfrm>
            <a:off x="3601565" y="2495295"/>
            <a:ext cx="33419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x = matrix(c(1,2,3,4),nrow = 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[,1] [,2]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[1,]    1    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[2,]    2    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FA00184-F094-47ED-ABB3-2F7D2B1116AD}"/>
              </a:ext>
            </a:extLst>
          </p:cNvPr>
          <p:cNvSpPr txBox="1">
            <a:spLocks/>
          </p:cNvSpPr>
          <p:nvPr/>
        </p:nvSpPr>
        <p:spPr>
          <a:xfrm>
            <a:off x="6988617" y="1758873"/>
            <a:ext cx="6743935" cy="4323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Frame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&gt;x =data.frame(g=c('m','f'),age=c(22,23),job=c(F,T))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g   age   job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m  22  FALSE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 f   23   TRUE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4181B4-2DE1-4F3D-9E17-B41C855A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9" y="4902331"/>
            <a:ext cx="2152809" cy="8677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893525-D278-467E-812C-14250A7DD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665" y="4605904"/>
            <a:ext cx="1810598" cy="14606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344825-0113-4BC0-8C1C-1EC52446C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523" y="4859160"/>
            <a:ext cx="1738542" cy="13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8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7241C868-17FD-4372-A076-5A7F763BC1A0}"/>
              </a:ext>
            </a:extLst>
          </p:cNvPr>
          <p:cNvSpPr txBox="1">
            <a:spLocks/>
          </p:cNvSpPr>
          <p:nvPr/>
        </p:nvSpPr>
        <p:spPr>
          <a:xfrm>
            <a:off x="489856" y="759162"/>
            <a:ext cx="4849907" cy="31582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List</a:t>
            </a:r>
          </a:p>
          <a:p>
            <a:pPr algn="l"/>
            <a:endParaRPr lang="en-IN" dirty="0"/>
          </a:p>
          <a:p>
            <a:pPr lvl="1" algn="l"/>
            <a:r>
              <a:rPr lang="en-US" dirty="0"/>
              <a:t>&gt; x = list(name = '</a:t>
            </a:r>
            <a:r>
              <a:rPr lang="en-US" dirty="0" err="1"/>
              <a:t>xyz</a:t>
            </a:r>
            <a:r>
              <a:rPr lang="en-US" dirty="0"/>
              <a:t>',roll_no = '01')</a:t>
            </a:r>
          </a:p>
          <a:p>
            <a:pPr lvl="1" algn="l"/>
            <a:r>
              <a:rPr lang="en-US" dirty="0"/>
              <a:t>&gt; x</a:t>
            </a:r>
          </a:p>
          <a:p>
            <a:pPr lvl="1" algn="l"/>
            <a:r>
              <a:rPr lang="en-US" dirty="0"/>
              <a:t>$name</a:t>
            </a:r>
          </a:p>
          <a:p>
            <a:pPr lvl="1" algn="l"/>
            <a:r>
              <a:rPr lang="en-US" dirty="0"/>
              <a:t>[1] "xyz"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l"/>
            <a:r>
              <a:rPr lang="en-US" dirty="0"/>
              <a:t>$roll_no</a:t>
            </a:r>
          </a:p>
          <a:p>
            <a:pPr lvl="1" algn="l"/>
            <a:r>
              <a:rPr lang="en-US" dirty="0"/>
              <a:t>[1] "01"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BA629-0BD1-4EB3-B945-C9EAD9B38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6" y="4091529"/>
            <a:ext cx="4826561" cy="130566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914432B-CD01-430C-B074-7A8F989BEEA1}"/>
              </a:ext>
            </a:extLst>
          </p:cNvPr>
          <p:cNvSpPr txBox="1">
            <a:spLocks/>
          </p:cNvSpPr>
          <p:nvPr/>
        </p:nvSpPr>
        <p:spPr>
          <a:xfrm>
            <a:off x="6416335" y="771466"/>
            <a:ext cx="6526778" cy="531506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b="1" dirty="0"/>
              <a:t>Array</a:t>
            </a:r>
          </a:p>
          <a:p>
            <a:pPr algn="l"/>
            <a:endParaRPr lang="en-IN" dirty="0"/>
          </a:p>
          <a:p>
            <a:pPr algn="l"/>
            <a:r>
              <a:rPr lang="en-US" dirty="0"/>
              <a:t>&gt; x = array(c(1:8),dim=c(2,2,2))</a:t>
            </a:r>
          </a:p>
          <a:p>
            <a:pPr algn="l"/>
            <a:r>
              <a:rPr lang="en-US" dirty="0"/>
              <a:t>&gt; x</a:t>
            </a:r>
          </a:p>
          <a:p>
            <a:pPr algn="l"/>
            <a:r>
              <a:rPr lang="en-US" dirty="0"/>
              <a:t>, , 1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[,1] [,2]</a:t>
            </a:r>
          </a:p>
          <a:p>
            <a:pPr algn="l"/>
            <a:r>
              <a:rPr lang="en-US" dirty="0"/>
              <a:t>[1,]    1    3</a:t>
            </a:r>
          </a:p>
          <a:p>
            <a:pPr algn="l"/>
            <a:r>
              <a:rPr lang="en-US" dirty="0"/>
              <a:t>[2,]    2    4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, , 2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[,1] [,2]</a:t>
            </a:r>
          </a:p>
          <a:p>
            <a:pPr algn="l"/>
            <a:r>
              <a:rPr lang="en-US" dirty="0"/>
              <a:t>[1,]    5    7</a:t>
            </a:r>
          </a:p>
          <a:p>
            <a:pPr algn="l"/>
            <a:r>
              <a:rPr lang="en-US" dirty="0"/>
              <a:t>[2,]    6    8</a:t>
            </a:r>
            <a:endParaRPr lang="en-IN" dirty="0"/>
          </a:p>
          <a:p>
            <a:pPr algn="l"/>
            <a:endParaRPr lang="en-IN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46D1EB-15FE-4A08-889A-22FA3E869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13" y="3675753"/>
            <a:ext cx="2557355" cy="213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32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8639C-897E-4BB5-9EC4-4DFA46CACCFD}"/>
              </a:ext>
            </a:extLst>
          </p:cNvPr>
          <p:cNvSpPr txBox="1"/>
          <p:nvPr/>
        </p:nvSpPr>
        <p:spPr>
          <a:xfrm>
            <a:off x="1692728" y="1045535"/>
            <a:ext cx="8806544" cy="58169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marL="457200" indent="-4572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4000" b="1"/>
            </a:lvl1pPr>
          </a:lstStyle>
          <a:p>
            <a:pPr marL="0" indent="0">
              <a:buNone/>
            </a:pPr>
            <a:r>
              <a:rPr lang="en-IN" sz="2400" dirty="0"/>
              <a:t>	</a:t>
            </a:r>
          </a:p>
          <a:p>
            <a:endParaRPr lang="en-IN" sz="2400" dirty="0"/>
          </a:p>
          <a:p>
            <a:pPr lvl="1"/>
            <a:r>
              <a:rPr lang="en-IN" sz="2400" dirty="0"/>
              <a:t>boxplot(…)	:	Box and whisker plot 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plot(…) 	: 	Scatter plot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 err="1"/>
              <a:t>barplot</a:t>
            </a:r>
            <a:r>
              <a:rPr lang="en-IN" sz="2400" dirty="0"/>
              <a:t>(…) 	: 	Bar chart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pie(…) 	: 	Pie chart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hist(…) 	: 	Histogram 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stem(…)	: 	Stem and leaf plot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2B0CFA-1CA8-4F52-93E2-10314A215356}"/>
              </a:ext>
            </a:extLst>
          </p:cNvPr>
          <p:cNvSpPr txBox="1">
            <a:spLocks/>
          </p:cNvSpPr>
          <p:nvPr/>
        </p:nvSpPr>
        <p:spPr>
          <a:xfrm>
            <a:off x="1069217" y="722369"/>
            <a:ext cx="91440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4000" b="1" dirty="0">
                <a:latin typeface="+mn-lt"/>
                <a:ea typeface="+mn-ea"/>
                <a:cs typeface="+mn-cs"/>
              </a:rPr>
              <a:t>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73367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DBC2F-9333-4C50-B612-6C8F97E378D0}"/>
              </a:ext>
            </a:extLst>
          </p:cNvPr>
          <p:cNvSpPr txBox="1"/>
          <p:nvPr/>
        </p:nvSpPr>
        <p:spPr>
          <a:xfrm>
            <a:off x="1056554" y="256135"/>
            <a:ext cx="88065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800" dirty="0"/>
              <a:t>  PROBABILITY DISTRIBUTION</a:t>
            </a:r>
          </a:p>
          <a:p>
            <a:endParaRPr lang="en-IN" sz="2400" dirty="0">
              <a:latin typeface="+mj-lt"/>
            </a:endParaRPr>
          </a:p>
          <a:p>
            <a:r>
              <a:rPr lang="en-IN" sz="2400" dirty="0">
                <a:latin typeface="+mj-lt"/>
              </a:rPr>
              <a:t> 	</a:t>
            </a:r>
            <a:r>
              <a:rPr lang="en-IN" sz="2000" dirty="0">
                <a:latin typeface="+mj-lt"/>
              </a:rPr>
              <a:t>r… 	:	Generate random deviates</a:t>
            </a:r>
          </a:p>
          <a:p>
            <a:r>
              <a:rPr lang="en-IN" sz="2000" dirty="0">
                <a:latin typeface="+mj-lt"/>
              </a:rPr>
              <a:t>	p… 	:	Distribution function	P(X&lt;=a)</a:t>
            </a:r>
          </a:p>
          <a:p>
            <a:r>
              <a:rPr lang="en-IN" sz="2000" dirty="0">
                <a:latin typeface="+mj-lt"/>
              </a:rPr>
              <a:t>	d… 	: 	Calculate density 		P(X = a)</a:t>
            </a:r>
          </a:p>
          <a:p>
            <a:r>
              <a:rPr lang="en-IN" sz="2000" dirty="0">
                <a:latin typeface="+mj-lt"/>
              </a:rPr>
              <a:t>	q…	: 	Quantile function </a:t>
            </a:r>
          </a:p>
          <a:p>
            <a:endParaRPr lang="en-IN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Example </a:t>
            </a:r>
          </a:p>
          <a:p>
            <a:r>
              <a:rPr lang="en-IN" sz="2000" dirty="0">
                <a:latin typeface="+mj-lt"/>
              </a:rPr>
              <a:t>		pbinom(5, size=10, prob=0.4)   =   P(X&lt;=5)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A60D9-B4B7-4174-A9C7-1BC04F12950F}"/>
              </a:ext>
            </a:extLst>
          </p:cNvPr>
          <p:cNvSpPr txBox="1"/>
          <p:nvPr/>
        </p:nvSpPr>
        <p:spPr>
          <a:xfrm>
            <a:off x="3963040" y="3925633"/>
            <a:ext cx="58129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dirty="0">
              <a:latin typeface="+mj-lt"/>
            </a:endParaRPr>
          </a:p>
          <a:p>
            <a:r>
              <a:rPr lang="en-IN" sz="3600" dirty="0">
                <a:latin typeface="+mj-lt"/>
              </a:rPr>
              <a:t>		</a:t>
            </a:r>
            <a:r>
              <a:rPr lang="en-IN" sz="2000" dirty="0">
                <a:latin typeface="+mj-lt"/>
              </a:rPr>
              <a:t>ks.test(…)</a:t>
            </a:r>
          </a:p>
          <a:p>
            <a:r>
              <a:rPr lang="en-IN" sz="2000" dirty="0">
                <a:latin typeface="+mj-lt"/>
              </a:rPr>
              <a:t>		wilcox.test(…)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BE746-462E-461A-AB6E-5FDCE84BC140}"/>
              </a:ext>
            </a:extLst>
          </p:cNvPr>
          <p:cNvSpPr txBox="1"/>
          <p:nvPr/>
        </p:nvSpPr>
        <p:spPr>
          <a:xfrm>
            <a:off x="1056554" y="3925633"/>
            <a:ext cx="58129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800" dirty="0"/>
              <a:t>  TESTING OF HYPOTHESIS</a:t>
            </a:r>
          </a:p>
          <a:p>
            <a:r>
              <a:rPr lang="en-IN" sz="3600" dirty="0">
                <a:latin typeface="+mj-lt"/>
              </a:rPr>
              <a:t>		</a:t>
            </a:r>
            <a:r>
              <a:rPr lang="en-IN" sz="2000" dirty="0">
                <a:latin typeface="+mj-lt"/>
              </a:rPr>
              <a:t>t.test(…)</a:t>
            </a:r>
          </a:p>
          <a:p>
            <a:r>
              <a:rPr lang="en-IN" sz="2000" dirty="0">
                <a:latin typeface="+mj-lt"/>
              </a:rPr>
              <a:t>		var.test(…)</a:t>
            </a:r>
          </a:p>
          <a:p>
            <a:r>
              <a:rPr lang="en-IN" sz="2000" dirty="0">
                <a:latin typeface="+mj-lt"/>
              </a:rPr>
              <a:t>		prop.test(…)</a:t>
            </a:r>
          </a:p>
          <a:p>
            <a:r>
              <a:rPr lang="en-IN" sz="2000" dirty="0">
                <a:latin typeface="+mj-lt"/>
              </a:rPr>
              <a:t>		binom.test(…)</a:t>
            </a:r>
          </a:p>
          <a:p>
            <a:r>
              <a:rPr lang="en-IN" sz="2000" dirty="0">
                <a:latin typeface="+mj-lt"/>
              </a:rPr>
              <a:t>		chisq.test(…)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329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5CA6-942E-4552-B93C-3B5271061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17" y="785002"/>
            <a:ext cx="12192000" cy="646331"/>
          </a:xfr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4000" b="1" dirty="0">
                <a:latin typeface="+mn-lt"/>
                <a:ea typeface="+mn-ea"/>
                <a:cs typeface="+mn-cs"/>
              </a:rPr>
              <a:t> Introduction to Python Programming</a:t>
            </a:r>
            <a:endParaRPr lang="en-IN" sz="4000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F8B30-7EE2-458F-B0B9-7594E9774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953" y="1431333"/>
            <a:ext cx="11600329" cy="5856973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B0604020202020204" pitchFamily="34" charset="0"/>
              </a:rPr>
              <a:t>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</a:rPr>
              <a:t>Python is a high-level object-oriented programming language that was created by Guido -van Rossum. It is also called general-purpose programming language as it is used in almost every domain we can think of as mentioned below :</a:t>
            </a:r>
          </a:p>
          <a:p>
            <a:pPr algn="l"/>
            <a:endParaRPr lang="en-US" b="0" i="0" dirty="0">
              <a:solidFill>
                <a:srgbClr val="222222"/>
              </a:solidFill>
              <a:effectLst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22222"/>
                </a:solidFill>
                <a:effectLst/>
              </a:rPr>
              <a:t>Web Development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22222"/>
                </a:solidFill>
                <a:effectLst/>
              </a:rPr>
              <a:t>Software Development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22222"/>
                </a:solidFill>
                <a:effectLst/>
              </a:rPr>
              <a:t>Game Development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22222"/>
                </a:solidFill>
                <a:effectLst/>
              </a:rPr>
              <a:t>AI &amp; ML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22222"/>
                </a:solidFill>
                <a:effectLst/>
              </a:rPr>
              <a:t>Data Analytics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787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B90152-2EF4-4140-AD5A-9689B5E2C3C9}"/>
              </a:ext>
            </a:extLst>
          </p:cNvPr>
          <p:cNvSpPr txBox="1"/>
          <p:nvPr/>
        </p:nvSpPr>
        <p:spPr>
          <a:xfrm>
            <a:off x="1012162" y="2293820"/>
            <a:ext cx="1016767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Python has simpler syntax similar to the English language and also the syntax allows developers to write programs with fewer lines of code.</a:t>
            </a:r>
            <a:br>
              <a:rPr lang="en-US" sz="2400" b="0" i="0" dirty="0">
                <a:solidFill>
                  <a:srgbClr val="222222"/>
                </a:solidFill>
                <a:effectLst/>
              </a:rPr>
            </a:br>
            <a:r>
              <a:rPr lang="en-US" sz="2400" b="0" i="0" dirty="0">
                <a:solidFill>
                  <a:srgbClr val="222222"/>
                </a:solidFill>
                <a:effectLst/>
              </a:rPr>
              <a:t>Since it is open-source there are many libraries available that make users jobs easy ultimately results in high productivity.</a:t>
            </a:r>
          </a:p>
          <a:p>
            <a:pPr algn="just"/>
            <a:endParaRPr lang="en-US" sz="2400" b="0" i="0" dirty="0">
              <a:solidFill>
                <a:srgbClr val="222222"/>
              </a:solidFill>
              <a:effectLst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They can easily focus on business logic and Its demanding skills in the digital era where information is available in large data sets.</a:t>
            </a:r>
            <a:endParaRPr lang="en-US" sz="2400" i="0" dirty="0">
              <a:solidFill>
                <a:srgbClr val="222222"/>
              </a:solidFill>
              <a:effectLst/>
            </a:endParaRPr>
          </a:p>
          <a:p>
            <a:endParaRPr lang="en-US" sz="3200" b="1" dirty="0">
              <a:solidFill>
                <a:srgbClr val="222222"/>
              </a:solidFill>
            </a:endParaRPr>
          </a:p>
          <a:p>
            <a:endParaRPr lang="en-IN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44EC9E-4F82-4FC8-BF3E-805CEDA1C037}"/>
              </a:ext>
            </a:extLst>
          </p:cNvPr>
          <p:cNvSpPr txBox="1"/>
          <p:nvPr/>
        </p:nvSpPr>
        <p:spPr>
          <a:xfrm>
            <a:off x="383783" y="901639"/>
            <a:ext cx="9959789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4000" b="1"/>
            </a:lvl1pPr>
          </a:lstStyle>
          <a:p>
            <a:r>
              <a:rPr lang="en-US" dirty="0"/>
              <a:t> Why Python Programming?</a:t>
            </a:r>
          </a:p>
        </p:txBody>
      </p:sp>
    </p:spTree>
    <p:extLst>
      <p:ext uri="{BB962C8B-B14F-4D97-AF65-F5344CB8AC3E}">
        <p14:creationId xmlns:p14="http://schemas.microsoft.com/office/powerpoint/2010/main" val="1532131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494F-7E3C-4479-B9F2-57CBC1774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96" y="300317"/>
            <a:ext cx="9825318" cy="62573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Datatypes:-</a:t>
            </a:r>
          </a:p>
          <a:p>
            <a:pPr lvl="1"/>
            <a:endParaRPr lang="en-US" sz="1600" dirty="0"/>
          </a:p>
          <a:p>
            <a:pPr lvl="1"/>
            <a:r>
              <a:rPr lang="en-US" sz="1800" dirty="0"/>
              <a:t>Datatypes are the classification or categorization of data items.</a:t>
            </a:r>
          </a:p>
          <a:p>
            <a:pPr lvl="1"/>
            <a:r>
              <a:rPr lang="en-US" sz="1800" dirty="0"/>
              <a:t>There are various datatypes in python.</a:t>
            </a:r>
          </a:p>
          <a:p>
            <a:pPr marL="457200" lvl="1" indent="0">
              <a:buNone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List</a:t>
            </a:r>
          </a:p>
          <a:p>
            <a:pPr lvl="3"/>
            <a:r>
              <a:rPr lang="en-US" sz="2200" dirty="0"/>
              <a:t>It is an ordered sequence of items.</a:t>
            </a:r>
          </a:p>
          <a:p>
            <a:pPr lvl="3"/>
            <a:r>
              <a:rPr lang="en-US" sz="2000" dirty="0"/>
              <a:t>Lists are mutable.</a:t>
            </a:r>
          </a:p>
          <a:p>
            <a:pPr lvl="3"/>
            <a:r>
              <a:rPr lang="en-US" sz="2000" dirty="0"/>
              <a:t>Ex: [1,2,’python’]</a:t>
            </a:r>
          </a:p>
          <a:p>
            <a:pPr marL="1371600" lvl="3" indent="0">
              <a:buNone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/>
              <a:t>String</a:t>
            </a:r>
          </a:p>
          <a:p>
            <a:pPr lvl="3"/>
            <a:r>
              <a:rPr lang="en-IN" sz="2200" dirty="0"/>
              <a:t>A string is sequence of characters.</a:t>
            </a:r>
          </a:p>
          <a:p>
            <a:pPr lvl="3"/>
            <a:r>
              <a:rPr lang="en-IN" sz="2000" dirty="0"/>
              <a:t>Strings are immutable.</a:t>
            </a:r>
          </a:p>
          <a:p>
            <a:pPr lvl="3"/>
            <a:r>
              <a:rPr lang="en-IN" sz="2000" b="1" dirty="0"/>
              <a:t>Ex</a:t>
            </a:r>
            <a:r>
              <a:rPr lang="en-IN" sz="2000" dirty="0"/>
              <a:t>: my_string=“hello”</a:t>
            </a:r>
          </a:p>
          <a:p>
            <a:pPr marL="1371600" lvl="3" indent="0">
              <a:buNone/>
            </a:pP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/>
              <a:t>Tuple</a:t>
            </a:r>
          </a:p>
          <a:p>
            <a:pPr lvl="3"/>
            <a:r>
              <a:rPr lang="en-US" sz="2200" dirty="0"/>
              <a:t>A tuple is a sequence of values. The values can be of any type.</a:t>
            </a:r>
          </a:p>
          <a:p>
            <a:pPr lvl="3"/>
            <a:r>
              <a:rPr lang="en-US" sz="2200" dirty="0"/>
              <a:t>Tuples are immutable.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20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5C01-EC3F-488F-95B2-F40CD4A0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70" y="103094"/>
            <a:ext cx="11161059" cy="6651812"/>
          </a:xfrm>
        </p:spPr>
        <p:txBody>
          <a:bodyPr>
            <a:normAutofit fontScale="92500" lnSpcReduction="10000"/>
          </a:bodyPr>
          <a:lstStyle/>
          <a:p>
            <a:pPr marL="914400" lvl="2" indent="0">
              <a:buNone/>
            </a:pPr>
            <a:r>
              <a:rPr lang="en-US" b="1" dirty="0"/>
              <a:t>4.   Dictionary</a:t>
            </a:r>
          </a:p>
          <a:p>
            <a:pPr lvl="3"/>
            <a:r>
              <a:rPr lang="en-US" sz="2000" dirty="0">
                <a:latin typeface="euclid_circular_a"/>
              </a:rPr>
              <a:t>Di</a:t>
            </a:r>
            <a:r>
              <a:rPr lang="en-US" sz="2000" b="0" i="0" dirty="0">
                <a:effectLst/>
                <a:latin typeface="euclid_circular_a"/>
              </a:rPr>
              <a:t>ctionary is an unordered collection of key-value pairs.</a:t>
            </a:r>
          </a:p>
          <a:p>
            <a:pPr lvl="3"/>
            <a:r>
              <a:rPr lang="en-US" sz="2000" dirty="0">
                <a:latin typeface="euclid_circular_a"/>
              </a:rPr>
              <a:t>Values in a dictionary can be of any data type can be duplicated, whereas key can’t be must repeated and must be immutable.</a:t>
            </a:r>
          </a:p>
          <a:p>
            <a:endParaRPr lang="en-IN" sz="2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/>
              <a:t> NumPy Array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NumPy is a python library used for working with arrays.</a:t>
            </a:r>
          </a:p>
          <a:p>
            <a:pPr lvl="3"/>
            <a:endParaRPr lang="en-IN" sz="2000" dirty="0"/>
          </a:p>
          <a:p>
            <a:pPr lvl="3"/>
            <a:r>
              <a:rPr lang="en-IN" sz="2000" dirty="0"/>
              <a:t>Creating NumPy arrays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 		Using other python structures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 		Using in built-in NumPy functions</a:t>
            </a:r>
          </a:p>
          <a:p>
            <a:pPr lvl="3"/>
            <a:r>
              <a:rPr lang="en-IN" sz="2200" dirty="0"/>
              <a:t>Indexing NumPy array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		Two kinds are indexing are available:</a:t>
            </a:r>
          </a:p>
          <a:p>
            <a:pPr marL="2286000" lvl="5" indent="0">
              <a:buNone/>
            </a:pPr>
            <a:r>
              <a:rPr lang="en-IN" sz="2100" dirty="0"/>
              <a:t>1. Basic indexing</a:t>
            </a:r>
          </a:p>
          <a:p>
            <a:pPr lvl="6"/>
            <a:r>
              <a:rPr lang="en-IN" sz="2100" dirty="0"/>
              <a:t>Field access</a:t>
            </a:r>
          </a:p>
          <a:p>
            <a:pPr lvl="6"/>
            <a:r>
              <a:rPr lang="en-IN" sz="2000" dirty="0"/>
              <a:t>Slicing</a:t>
            </a:r>
          </a:p>
          <a:p>
            <a:pPr marL="0" indent="0">
              <a:buNone/>
            </a:pPr>
            <a:r>
              <a:rPr lang="en-IN" sz="2000" dirty="0"/>
              <a:t>		         2. Advanced indexing</a:t>
            </a:r>
          </a:p>
          <a:p>
            <a:pPr lvl="6"/>
            <a:r>
              <a:rPr lang="en-IN" sz="2100" dirty="0"/>
              <a:t>Using bool array as index</a:t>
            </a:r>
          </a:p>
          <a:p>
            <a:pPr lvl="6"/>
            <a:r>
              <a:rPr lang="en-IN" sz="2000" dirty="0"/>
              <a:t>Fancy indexing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32614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11E9-41E2-4993-A66E-E1DC6037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6" y="744071"/>
            <a:ext cx="12192000" cy="646331"/>
          </a:xfr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4000" b="1" dirty="0">
                <a:latin typeface="+mn-lt"/>
                <a:ea typeface="+mn-ea"/>
                <a:cs typeface="+mn-cs"/>
              </a:rPr>
              <a:t> Random Number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3B1F5-6D4E-4617-AF29-AED3CB30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553" y="1947889"/>
            <a:ext cx="10694894" cy="4166040"/>
          </a:xfrm>
        </p:spPr>
        <p:txBody>
          <a:bodyPr>
            <a:normAutofit/>
          </a:bodyPr>
          <a:lstStyle/>
          <a:p>
            <a:r>
              <a:rPr lang="en-IN" sz="2000" dirty="0"/>
              <a:t>The purpose of using this function is to generates random number which can used in sampling.</a:t>
            </a:r>
          </a:p>
          <a:p>
            <a:r>
              <a:rPr lang="en-IN" sz="2000" dirty="0"/>
              <a:t>The random submodule provides a built in function “</a:t>
            </a:r>
            <a:r>
              <a:rPr lang="en-IN" sz="2000" dirty="0" err="1"/>
              <a:t>default_rng</a:t>
            </a:r>
            <a:r>
              <a:rPr lang="en-IN" sz="2000" dirty="0"/>
              <a:t>()” for creating generator object.</a:t>
            </a:r>
          </a:p>
          <a:p>
            <a:r>
              <a:rPr lang="en-IN" sz="2000" dirty="0"/>
              <a:t>Built in function for random number generator :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	-  </a:t>
            </a:r>
            <a:r>
              <a:rPr lang="en-IN" sz="2000" b="0" i="0" dirty="0" err="1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randint</a:t>
            </a: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(x, y)</a:t>
            </a:r>
          </a:p>
          <a:p>
            <a:pPr marL="0" indent="0">
              <a:buNone/>
            </a:pP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	-  random()</a:t>
            </a:r>
            <a:endParaRPr lang="en-IN" sz="20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	-  choice(</a:t>
            </a:r>
            <a:r>
              <a:rPr lang="en-IN" sz="2000" b="0" i="0" dirty="0" err="1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seq</a:t>
            </a: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444444"/>
                </a:solidFill>
                <a:latin typeface="Georgia" panose="02040502050405020303" pitchFamily="18" charset="0"/>
              </a:rPr>
              <a:t>	-  </a:t>
            </a:r>
            <a:r>
              <a:rPr lang="en-IN" sz="2000" b="0" i="0" dirty="0" err="1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randrange</a:t>
            </a:r>
            <a:r>
              <a:rPr lang="en-IN" sz="20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(start, stop, step)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444444"/>
                </a:solidFill>
                <a:latin typeface="Georgia" panose="02040502050405020303" pitchFamily="18" charset="0"/>
              </a:rPr>
              <a:t>	-  normal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89007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FDB258-010F-4C36-B065-ABB1B576AB7C}"/>
              </a:ext>
            </a:extLst>
          </p:cNvPr>
          <p:cNvSpPr txBox="1"/>
          <p:nvPr/>
        </p:nvSpPr>
        <p:spPr>
          <a:xfrm>
            <a:off x="193963" y="245961"/>
            <a:ext cx="520007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Python Loops: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With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loop, we can execute a set of statements as long as a condition is true.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altLang="en-US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as long as i is less than 6: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B0A9DF-5CC1-41EE-B8AC-9CDCD4829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21" y="2375238"/>
            <a:ext cx="2377646" cy="2751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9A33A0-CEBA-46D4-A7D1-F0685F84F602}"/>
              </a:ext>
            </a:extLst>
          </p:cNvPr>
          <p:cNvSpPr txBox="1"/>
          <p:nvPr/>
        </p:nvSpPr>
        <p:spPr>
          <a:xfrm>
            <a:off x="0" y="5265188"/>
            <a:ext cx="5717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loop requires relevant variables to be ready, in this example we need to define an indexing variable,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which we set to 1.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E0999-71EF-4BB4-AA98-84D709A7A652}"/>
              </a:ext>
            </a:extLst>
          </p:cNvPr>
          <p:cNvSpPr txBox="1"/>
          <p:nvPr/>
        </p:nvSpPr>
        <p:spPr>
          <a:xfrm>
            <a:off x="5717309" y="1007727"/>
            <a:ext cx="590991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18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Loops</a:t>
            </a:r>
          </a:p>
          <a:p>
            <a:pPr algn="l">
              <a:spcBef>
                <a:spcPts val="1440"/>
              </a:spcBef>
              <a:spcAft>
                <a:spcPts val="144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IN" sz="1800" dirty="0">
                <a:solidFill>
                  <a:srgbClr val="DC143C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loop is used for iterating over a sequence (that is either a list, a tuple, a dictionary, a set, or a string).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for i in range(4):</a:t>
            </a:r>
          </a:p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print('*'*(i+1))</a:t>
            </a:r>
          </a:p>
          <a:p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		print("for loop execution number:",i+1)</a:t>
            </a:r>
          </a:p>
          <a:p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print("end of the for loop")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EEC679-134C-4CB9-8F6A-61CE72D9E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311" y="3750767"/>
            <a:ext cx="3353091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80A8A-D3F2-448F-B023-CB10248069FC}"/>
              </a:ext>
            </a:extLst>
          </p:cNvPr>
          <p:cNvSpPr txBox="1"/>
          <p:nvPr/>
        </p:nvSpPr>
        <p:spPr>
          <a:xfrm>
            <a:off x="273424" y="360200"/>
            <a:ext cx="11645152" cy="6668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Pandas: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Pandas</a:t>
            </a: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is a Python Package that provides a powerful Data analysis and manipulation library for Python.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Pandas is built on top of NumPy.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Importing data from text files:-</a:t>
            </a:r>
            <a:endParaRPr kumimoji="0" lang="en-US" altLang="en-US" sz="20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pandas provide several functions for reading </a:t>
            </a:r>
            <a:r>
              <a:rPr kumimoji="0" lang="en-US" altLang="en-US" sz="1600" b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tabular data</a:t>
            </a:r>
            <a:r>
              <a:rPr kumimoji="0" lang="en-US" altLang="en-US" sz="1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into a Data Frame object.</a:t>
            </a:r>
            <a:endParaRPr kumimoji="0" lang="en-US" altLang="en-US" sz="1600" b="0" i="0" strike="noStrike" cap="none" normalizeH="0" baseline="0" dirty="0">
              <a:ln>
                <a:noFill/>
              </a:ln>
              <a:solidFill>
                <a:srgbClr val="1F3763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kumimoji="0" lang="en-US" altLang="en-US" sz="1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function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Series:</a:t>
            </a:r>
          </a:p>
          <a:p>
            <a:pPr marL="1657350" lvl="3" indent="-28575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Pandas series is a one-dimensional labelled array capable of holding data of any type (integer, string, float, etc).</a:t>
            </a:r>
          </a:p>
          <a:p>
            <a:pPr marL="1657350" lvl="3" indent="-28575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axis label's are collectively called index</a:t>
            </a:r>
          </a:p>
          <a:p>
            <a:pPr marL="342900" indent="-34290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Data Frame</a:t>
            </a:r>
            <a:r>
              <a:rPr lang="en-IN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657350" lvl="3" indent="-28575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Data Frame is a two-dimensional data structure, which can be visualized in a tabular form. The two axes, called rows and columns.</a:t>
            </a:r>
          </a:p>
          <a:p>
            <a:pPr marL="1657350" lvl="3" indent="-28575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Data Frame is most suitable for storing multivariate statistical data.</a:t>
            </a:r>
            <a:endParaRPr lang="en-IN" sz="16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Rows are labelled by ‘Index’ and columns are labelled by 'columns’.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22511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0A841E-90C2-4992-8BB8-12EC8666D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" y="277906"/>
            <a:ext cx="11869271" cy="6858000"/>
          </a:xfrm>
        </p:spPr>
        <p:txBody>
          <a:bodyPr>
            <a:normAutofit fontScale="32500" lnSpcReduction="20000"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900" b="1" dirty="0" err="1">
                <a:cs typeface="Times New Roman" panose="02020603050405020304" pitchFamily="18" charset="0"/>
              </a:rPr>
              <a:t>Groupby</a:t>
            </a:r>
            <a:r>
              <a:rPr lang="en-US" sz="4900" b="1" dirty="0">
                <a:cs typeface="Times New Roman" panose="02020603050405020304" pitchFamily="18" charset="0"/>
              </a:rPr>
              <a:t> Function :</a:t>
            </a:r>
          </a:p>
          <a:p>
            <a:pPr algn="just"/>
            <a:endParaRPr lang="en-US" sz="4400" b="1" dirty="0">
              <a:cs typeface="Times New Roman" panose="02020603050405020304" pitchFamily="18" charset="0"/>
            </a:endParaRP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4900" dirty="0"/>
              <a:t>Split the data in to multiple groups &gt; Perform some operation on each group &gt;Combine the results.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4900" dirty="0"/>
              <a:t>This workflow can be implemented in python using a </a:t>
            </a:r>
            <a:r>
              <a:rPr lang="en-US" sz="4900" dirty="0" err="1"/>
              <a:t>groupby</a:t>
            </a:r>
            <a:r>
              <a:rPr lang="en-US" sz="4900" dirty="0"/>
              <a:t> facility provided by pandas.</a:t>
            </a:r>
          </a:p>
          <a:p>
            <a:pPr lvl="2" algn="just"/>
            <a:endParaRPr kumimoji="0" lang="en-US" altLang="en-US" sz="4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4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49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kumimoji="0" lang="en-US" altLang="en-US" sz="4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library :</a:t>
            </a:r>
            <a:endParaRPr lang="en-US" altLang="en-US" sz="49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900" dirty="0">
                <a:solidFill>
                  <a:srgbClr val="202124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SciPy in Python is an open-source library used </a:t>
            </a:r>
            <a:r>
              <a:rPr lang="en-IN" sz="49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 solving mathematical, scientific, engineering, and technical problems</a:t>
            </a:r>
            <a:r>
              <a:rPr lang="en-IN" sz="4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371600" lvl="2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4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It allows users to manipulate the data and visualize the data using a wide range of high-level commands</a:t>
            </a:r>
            <a:r>
              <a:rPr lang="en-IN" sz="49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4900" dirty="0"/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900" b="1" dirty="0"/>
              <a:t>Object Oriented Programming :</a:t>
            </a:r>
          </a:p>
          <a:p>
            <a:pPr marL="1200150" lvl="2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4800" dirty="0">
              <a:solidFill>
                <a:srgbClr val="22222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4900" dirty="0">
                <a:solidFill>
                  <a:srgbClr val="22222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Object-oriented programming is a   programming paradigm that provides a means of structuring programs so that properties and behaviors are bundled into individual objects.</a:t>
            </a:r>
          </a:p>
          <a:p>
            <a:pPr marL="571500" indent="-57150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4900" b="1" i="0" dirty="0">
                <a:solidFill>
                  <a:srgbClr val="000000"/>
                </a:solidFill>
                <a:effectLst/>
              </a:rPr>
              <a:t>StatsModels :</a:t>
            </a:r>
          </a:p>
          <a:p>
            <a:pPr marL="1371600" lvl="2" indent="-4572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en-US" sz="4900" dirty="0">
                <a:solidFill>
                  <a:srgbClr val="000000"/>
                </a:solidFill>
                <a:cs typeface="Courier New" panose="02070309020205020404" pitchFamily="49" charset="0"/>
              </a:rPr>
              <a:t>S</a:t>
            </a:r>
            <a:r>
              <a:rPr kumimoji="0" lang="en-US" altLang="en-US" sz="4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tatsmodels</a:t>
            </a:r>
            <a:r>
              <a:rPr kumimoji="0" lang="en-US" altLang="en-US" sz="4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is a Python package that provides classes and functions for fitting many different statistical models, for performing statistical tests, and carrying out data exploration.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900" b="1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Model fitting using formula API :</a:t>
            </a:r>
            <a:endParaRPr lang="en-IN" sz="4900" dirty="0">
              <a:effectLst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371600" lvl="2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900" dirty="0" err="1">
                <a:effectLst/>
                <a:ea typeface="Calibri" panose="020F0502020204030204" pitchFamily="34" charset="0"/>
                <a:cs typeface="Mangal" panose="02040503050203030202" pitchFamily="18" charset="0"/>
              </a:rPr>
              <a:t>statsmodels</a:t>
            </a:r>
            <a:r>
              <a:rPr lang="en-US" sz="49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 supports specification of models using R-style formula and pandas Data Frames.</a:t>
            </a:r>
            <a:endParaRPr lang="en-US" sz="4900" dirty="0"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371600" lvl="2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9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Internally, </a:t>
            </a:r>
            <a:r>
              <a:rPr lang="en-US" sz="4900" dirty="0" err="1">
                <a:effectLst/>
                <a:ea typeface="Calibri" panose="020F0502020204030204" pitchFamily="34" charset="0"/>
                <a:cs typeface="Mangal" panose="02040503050203030202" pitchFamily="18" charset="0"/>
              </a:rPr>
              <a:t>statsmodels</a:t>
            </a:r>
            <a:r>
              <a:rPr lang="en-US" sz="49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 uses the patsy package to convert formulas and data to the design matrices that are used in model fitting.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60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C1540F-46AC-4145-A831-AEBD882D6C0C}"/>
              </a:ext>
            </a:extLst>
          </p:cNvPr>
          <p:cNvSpPr txBox="1"/>
          <p:nvPr/>
        </p:nvSpPr>
        <p:spPr>
          <a:xfrm>
            <a:off x="869576" y="394447"/>
            <a:ext cx="12192000" cy="7289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cs typeface="Arial" panose="020B0604020202020204" pitchFamily="34" charset="0"/>
              </a:rPr>
              <a:t> About Nielsen:-</a:t>
            </a:r>
          </a:p>
          <a:p>
            <a:r>
              <a:rPr lang="en-US" sz="1600" b="1" dirty="0"/>
              <a:t>	</a:t>
            </a:r>
          </a:p>
          <a:p>
            <a:r>
              <a:rPr lang="en-US" sz="1600" b="1" dirty="0"/>
              <a:t>	NIELSEN is a market research organization.</a:t>
            </a:r>
          </a:p>
          <a:p>
            <a:endParaRPr lang="en-US" sz="16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ea typeface="Calibri" panose="020F0502020204030204" pitchFamily="34" charset="0"/>
                <a:cs typeface="Arial" panose="020B0604020202020204" pitchFamily="34" charset="0"/>
              </a:rPr>
              <a:t>Founder:</a:t>
            </a:r>
            <a:r>
              <a:rPr lang="en-IN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IN" sz="1600" dirty="0">
                <a:ea typeface="Calibri" panose="020F0502020204030204" pitchFamily="34" charset="0"/>
                <a:cs typeface="Arial" panose="020B0604020202020204" pitchFamily="34" charset="0"/>
              </a:rPr>
              <a:t>Arthur C. Nielsen.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Revenue: 6.290 billion USD (2020)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Headquarters: New York,</a:t>
            </a:r>
            <a:r>
              <a:rPr lang="en-IN" sz="1600" dirty="0">
                <a:ea typeface="Times New Roman" panose="02020603050405020304" pitchFamily="18" charset="0"/>
                <a:cs typeface="Arial" panose="020B0604020202020204" pitchFamily="34" charset="0"/>
              </a:rPr>
              <a:t> United states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CEO: </a:t>
            </a:r>
            <a:r>
              <a:rPr lang="en-IN" sz="1600" dirty="0">
                <a:ea typeface="Times New Roman" panose="02020603050405020304" pitchFamily="18" charset="0"/>
                <a:cs typeface="Arial" panose="020B0604020202020204" pitchFamily="34" charset="0"/>
              </a:rPr>
              <a:t>David Kenny</a:t>
            </a:r>
            <a:r>
              <a:rPr lang="en-IN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(Since 2018)</a:t>
            </a:r>
            <a:endParaRPr lang="en-IN" sz="1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202122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021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company is listed on the </a:t>
            </a:r>
            <a:r>
              <a:rPr lang="en-IN" sz="1600" dirty="0">
                <a:ea typeface="Times New Roman" panose="02020603050405020304" pitchFamily="18" charset="0"/>
                <a:cs typeface="Arial" panose="020B0604020202020204" pitchFamily="34" charset="0"/>
              </a:rPr>
              <a:t>New York Stock Exchange</a:t>
            </a:r>
            <a:r>
              <a:rPr lang="en-IN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IN" sz="1600" dirty="0">
                <a:solidFill>
                  <a:srgbClr val="2021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(NYSE) and is currently a component of the S&amp;P500.</a:t>
            </a:r>
          </a:p>
          <a:p>
            <a:r>
              <a:rPr lang="en-US" sz="2800" b="1" dirty="0">
                <a:cs typeface="Arial" panose="020B0604020202020204" pitchFamily="34" charset="0"/>
              </a:rPr>
              <a:t>	</a:t>
            </a:r>
          </a:p>
          <a:p>
            <a:r>
              <a:rPr lang="en-US" sz="2000" b="1" dirty="0">
                <a:cs typeface="Arial" panose="020B0604020202020204" pitchFamily="34" charset="0"/>
              </a:rPr>
              <a:t>	Purpose :</a:t>
            </a:r>
          </a:p>
          <a:p>
            <a:endParaRPr lang="en-US" sz="16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Provide its clients with valuable insights into consumer behaviour and marketing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111111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1600" spc="5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Measure the audiences for television, radio, and newspapers in media markets.</a:t>
            </a:r>
            <a:endParaRPr lang="en-IN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1600" b="1" dirty="0">
              <a:solidFill>
                <a:srgbClr val="111111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1600" spc="5" dirty="0">
                <a:solidFill>
                  <a:srgbClr val="11111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To</a:t>
            </a:r>
            <a:r>
              <a:rPr lang="en-IN" sz="1600" spc="5" dirty="0">
                <a:solidFill>
                  <a:srgbClr val="11111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predict consumer trends.</a:t>
            </a:r>
            <a:endParaRPr lang="en-IN" sz="1600" dirty="0">
              <a:solidFill>
                <a:srgbClr val="11111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11111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1600" spc="5" dirty="0">
                <a:solidFill>
                  <a:srgbClr val="11111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IN" sz="1600" spc="5" dirty="0">
                <a:solidFill>
                  <a:srgbClr val="11111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easures the shopping and media behaviour of millions of consumers around the world.</a:t>
            </a:r>
            <a:r>
              <a:rPr lang="en-IN" sz="16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1600" dirty="0">
              <a:cs typeface="Arial" panose="020B0604020202020204" pitchFamily="34" charset="0"/>
            </a:endParaRPr>
          </a:p>
          <a:p>
            <a:pPr marL="285750" lvl="0" indent="-285750">
              <a:lnSpc>
                <a:spcPts val="165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sz="1600" dirty="0">
              <a:solidFill>
                <a:srgbClr val="202122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ts val="165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IN" sz="16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90784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77C453-CC73-4858-BBDB-829B4C746AAF}"/>
              </a:ext>
            </a:extLst>
          </p:cNvPr>
          <p:cNvSpPr txBox="1"/>
          <p:nvPr/>
        </p:nvSpPr>
        <p:spPr>
          <a:xfrm>
            <a:off x="656847" y="1359420"/>
            <a:ext cx="1087830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is FMCG?</a:t>
            </a:r>
          </a:p>
          <a:p>
            <a:endParaRPr lang="en-US" sz="2000" dirty="0"/>
          </a:p>
          <a:p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spc="5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Fast-moving consumer’s good are products that sell quickly at relatively low cost.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spc="5" dirty="0">
              <a:solidFill>
                <a:srgbClr val="11111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spc="5" dirty="0">
                <a:solidFill>
                  <a:srgbClr val="11111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Fast-moving consumer goods are nondurable products that sell quickly at relatively low cost.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spc="5" dirty="0">
              <a:solidFill>
                <a:srgbClr val="11111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spc="5" dirty="0">
                <a:solidFill>
                  <a:srgbClr val="11111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FMCGs have low profit margins and high-volume sales.</a:t>
            </a:r>
            <a:endParaRPr lang="en-IN" sz="2400" dirty="0">
              <a:solidFill>
                <a:srgbClr val="11111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000" spc="5" dirty="0">
              <a:solidFill>
                <a:srgbClr val="11111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000" spc="5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6566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Images, Stock Photos &amp; Vectors | Shutterstock">
            <a:extLst>
              <a:ext uri="{FF2B5EF4-FFF2-40B4-BE49-F238E27FC236}">
                <a16:creationId xmlns:a16="http://schemas.microsoft.com/office/drawing/2014/main" id="{71CF5DBF-B5BD-46F2-9FCD-6F5DB1515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2"/>
          <a:stretch/>
        </p:blipFill>
        <p:spPr bwMode="auto">
          <a:xfrm>
            <a:off x="2544278" y="2417109"/>
            <a:ext cx="7103443" cy="247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65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</TotalTime>
  <Words>1991</Words>
  <Application>Microsoft Office PowerPoint</Application>
  <PresentationFormat>Widescreen</PresentationFormat>
  <Paragraphs>300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Calibri</vt:lpstr>
      <vt:lpstr>Calibri Light</vt:lpstr>
      <vt:lpstr>Candara</vt:lpstr>
      <vt:lpstr>euclid_circular_a</vt:lpstr>
      <vt:lpstr>Georgia</vt:lpstr>
      <vt:lpstr>Gill Sans MT</vt:lpstr>
      <vt:lpstr>Lato</vt:lpstr>
      <vt:lpstr>Segoe UI</vt:lpstr>
      <vt:lpstr>Wingdings</vt:lpstr>
      <vt:lpstr>Office Theme</vt:lpstr>
      <vt:lpstr>Parcel</vt:lpstr>
      <vt:lpstr>OVERVIEW OF    MICROSOFT EXCEL &amp;       PROGRAMMING LANGUAGES </vt:lpstr>
      <vt:lpstr>PowerPoint Presentation</vt:lpstr>
      <vt:lpstr>Introduction to Excel</vt:lpstr>
      <vt:lpstr>Basic Tools of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TYPES</vt:lpstr>
      <vt:lpstr>PowerPoint Presentation</vt:lpstr>
      <vt:lpstr>PowerPoint Presentation</vt:lpstr>
      <vt:lpstr>PowerPoint Presentation</vt:lpstr>
      <vt:lpstr> Introduction to Python Programming</vt:lpstr>
      <vt:lpstr>PowerPoint Presentation</vt:lpstr>
      <vt:lpstr>PowerPoint Presentation</vt:lpstr>
      <vt:lpstr>PowerPoint Presentation</vt:lpstr>
      <vt:lpstr> Random Number Generator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Excel</dc:title>
  <dc:creator>Rutvik Vagadia</dc:creator>
  <cp:lastModifiedBy>K D</cp:lastModifiedBy>
  <cp:revision>77</cp:revision>
  <dcterms:created xsi:type="dcterms:W3CDTF">2021-12-30T13:27:32Z</dcterms:created>
  <dcterms:modified xsi:type="dcterms:W3CDTF">2021-12-31T18:10:56Z</dcterms:modified>
</cp:coreProperties>
</file>